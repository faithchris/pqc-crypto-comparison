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1945600" cx="32918400"/>
  <p:notesSz cx="6858000" cy="9144000"/>
  <p:embeddedFontLst>
    <p:embeddedFont>
      <p:font typeface="Robo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2">
          <p15:clr>
            <a:srgbClr val="747775"/>
          </p15:clr>
        </p15:guide>
        <p15:guide id="2" pos="103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2" orient="horz"/>
        <p:guide pos="10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oboto-boldItalic.fntdata"/><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6e923d9b9_0_0:notes"/>
          <p:cNvSpPr/>
          <p:nvPr>
            <p:ph idx="2" type="sldImg"/>
          </p:nvPr>
        </p:nvSpPr>
        <p:spPr>
          <a:xfrm>
            <a:off x="857550"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6e923d9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122150" y="3176853"/>
            <a:ext cx="30674100" cy="8757900"/>
          </a:xfrm>
          <a:prstGeom prst="rect">
            <a:avLst/>
          </a:prstGeom>
        </p:spPr>
        <p:txBody>
          <a:bodyPr anchorCtr="0" anchor="b" bIns="349450" lIns="349450" spcFirstLastPara="1" rIns="349450" wrap="square" tIns="349450">
            <a:normAutofit/>
          </a:bodyPr>
          <a:lstStyle>
            <a:lvl1pPr lvl="0" algn="ctr">
              <a:spcBef>
                <a:spcPts val="0"/>
              </a:spcBef>
              <a:spcAft>
                <a:spcPts val="0"/>
              </a:spcAft>
              <a:buSzPts val="19900"/>
              <a:buNone/>
              <a:defRPr sz="19900"/>
            </a:lvl1pPr>
            <a:lvl2pPr lvl="1" algn="ctr">
              <a:spcBef>
                <a:spcPts val="0"/>
              </a:spcBef>
              <a:spcAft>
                <a:spcPts val="0"/>
              </a:spcAft>
              <a:buSzPts val="19900"/>
              <a:buNone/>
              <a:defRPr sz="19900"/>
            </a:lvl2pPr>
            <a:lvl3pPr lvl="2" algn="ctr">
              <a:spcBef>
                <a:spcPts val="0"/>
              </a:spcBef>
              <a:spcAft>
                <a:spcPts val="0"/>
              </a:spcAft>
              <a:buSzPts val="19900"/>
              <a:buNone/>
              <a:defRPr sz="19900"/>
            </a:lvl3pPr>
            <a:lvl4pPr lvl="3" algn="ctr">
              <a:spcBef>
                <a:spcPts val="0"/>
              </a:spcBef>
              <a:spcAft>
                <a:spcPts val="0"/>
              </a:spcAft>
              <a:buSzPts val="19900"/>
              <a:buNone/>
              <a:defRPr sz="19900"/>
            </a:lvl4pPr>
            <a:lvl5pPr lvl="4" algn="ctr">
              <a:spcBef>
                <a:spcPts val="0"/>
              </a:spcBef>
              <a:spcAft>
                <a:spcPts val="0"/>
              </a:spcAft>
              <a:buSzPts val="19900"/>
              <a:buNone/>
              <a:defRPr sz="19900"/>
            </a:lvl5pPr>
            <a:lvl6pPr lvl="5" algn="ctr">
              <a:spcBef>
                <a:spcPts val="0"/>
              </a:spcBef>
              <a:spcAft>
                <a:spcPts val="0"/>
              </a:spcAft>
              <a:buSzPts val="19900"/>
              <a:buNone/>
              <a:defRPr sz="19900"/>
            </a:lvl6pPr>
            <a:lvl7pPr lvl="6" algn="ctr">
              <a:spcBef>
                <a:spcPts val="0"/>
              </a:spcBef>
              <a:spcAft>
                <a:spcPts val="0"/>
              </a:spcAft>
              <a:buSzPts val="19900"/>
              <a:buNone/>
              <a:defRPr sz="19900"/>
            </a:lvl7pPr>
            <a:lvl8pPr lvl="7" algn="ctr">
              <a:spcBef>
                <a:spcPts val="0"/>
              </a:spcBef>
              <a:spcAft>
                <a:spcPts val="0"/>
              </a:spcAft>
              <a:buSzPts val="19900"/>
              <a:buNone/>
              <a:defRPr sz="19900"/>
            </a:lvl8pPr>
            <a:lvl9pPr lvl="8" algn="ctr">
              <a:spcBef>
                <a:spcPts val="0"/>
              </a:spcBef>
              <a:spcAft>
                <a:spcPts val="0"/>
              </a:spcAft>
              <a:buSzPts val="19900"/>
              <a:buNone/>
              <a:defRPr sz="19900"/>
            </a:lvl9pPr>
          </a:lstStyle>
          <a:p/>
        </p:txBody>
      </p:sp>
      <p:sp>
        <p:nvSpPr>
          <p:cNvPr id="11" name="Google Shape;11;p2"/>
          <p:cNvSpPr txBox="1"/>
          <p:nvPr>
            <p:ph idx="1" type="subTitle"/>
          </p:nvPr>
        </p:nvSpPr>
        <p:spPr>
          <a:xfrm>
            <a:off x="1122120" y="12092267"/>
            <a:ext cx="30674100" cy="3381900"/>
          </a:xfrm>
          <a:prstGeom prst="rect">
            <a:avLst/>
          </a:prstGeom>
        </p:spPr>
        <p:txBody>
          <a:bodyPr anchorCtr="0" anchor="t" bIns="349450" lIns="349450" spcFirstLastPara="1" rIns="349450" wrap="square" tIns="349450">
            <a:normAutofit/>
          </a:bodyPr>
          <a:lstStyle>
            <a:lvl1pPr lvl="0" algn="ctr">
              <a:lnSpc>
                <a:spcPct val="100000"/>
              </a:lnSpc>
              <a:spcBef>
                <a:spcPts val="0"/>
              </a:spcBef>
              <a:spcAft>
                <a:spcPts val="0"/>
              </a:spcAft>
              <a:buSzPts val="10700"/>
              <a:buNone/>
              <a:defRPr sz="10700"/>
            </a:lvl1pPr>
            <a:lvl2pPr lvl="1" algn="ctr">
              <a:lnSpc>
                <a:spcPct val="100000"/>
              </a:lnSpc>
              <a:spcBef>
                <a:spcPts val="0"/>
              </a:spcBef>
              <a:spcAft>
                <a:spcPts val="0"/>
              </a:spcAft>
              <a:buSzPts val="10700"/>
              <a:buNone/>
              <a:defRPr sz="10700"/>
            </a:lvl2pPr>
            <a:lvl3pPr lvl="2" algn="ctr">
              <a:lnSpc>
                <a:spcPct val="100000"/>
              </a:lnSpc>
              <a:spcBef>
                <a:spcPts val="0"/>
              </a:spcBef>
              <a:spcAft>
                <a:spcPts val="0"/>
              </a:spcAft>
              <a:buSzPts val="10700"/>
              <a:buNone/>
              <a:defRPr sz="10700"/>
            </a:lvl3pPr>
            <a:lvl4pPr lvl="3" algn="ctr">
              <a:lnSpc>
                <a:spcPct val="100000"/>
              </a:lnSpc>
              <a:spcBef>
                <a:spcPts val="0"/>
              </a:spcBef>
              <a:spcAft>
                <a:spcPts val="0"/>
              </a:spcAft>
              <a:buSzPts val="10700"/>
              <a:buNone/>
              <a:defRPr sz="10700"/>
            </a:lvl4pPr>
            <a:lvl5pPr lvl="4" algn="ctr">
              <a:lnSpc>
                <a:spcPct val="100000"/>
              </a:lnSpc>
              <a:spcBef>
                <a:spcPts val="0"/>
              </a:spcBef>
              <a:spcAft>
                <a:spcPts val="0"/>
              </a:spcAft>
              <a:buSzPts val="10700"/>
              <a:buNone/>
              <a:defRPr sz="10700"/>
            </a:lvl5pPr>
            <a:lvl6pPr lvl="5" algn="ctr">
              <a:lnSpc>
                <a:spcPct val="100000"/>
              </a:lnSpc>
              <a:spcBef>
                <a:spcPts val="0"/>
              </a:spcBef>
              <a:spcAft>
                <a:spcPts val="0"/>
              </a:spcAft>
              <a:buSzPts val="10700"/>
              <a:buNone/>
              <a:defRPr sz="10700"/>
            </a:lvl6pPr>
            <a:lvl7pPr lvl="6" algn="ctr">
              <a:lnSpc>
                <a:spcPct val="100000"/>
              </a:lnSpc>
              <a:spcBef>
                <a:spcPts val="0"/>
              </a:spcBef>
              <a:spcAft>
                <a:spcPts val="0"/>
              </a:spcAft>
              <a:buSzPts val="10700"/>
              <a:buNone/>
              <a:defRPr sz="10700"/>
            </a:lvl7pPr>
            <a:lvl8pPr lvl="7" algn="ctr">
              <a:lnSpc>
                <a:spcPct val="100000"/>
              </a:lnSpc>
              <a:spcBef>
                <a:spcPts val="0"/>
              </a:spcBef>
              <a:spcAft>
                <a:spcPts val="0"/>
              </a:spcAft>
              <a:buSzPts val="10700"/>
              <a:buNone/>
              <a:defRPr sz="10700"/>
            </a:lvl8pPr>
            <a:lvl9pPr lvl="8" algn="ctr">
              <a:lnSpc>
                <a:spcPct val="100000"/>
              </a:lnSpc>
              <a:spcBef>
                <a:spcPts val="0"/>
              </a:spcBef>
              <a:spcAft>
                <a:spcPts val="0"/>
              </a:spcAft>
              <a:buSzPts val="10700"/>
              <a:buNone/>
              <a:defRPr sz="10700"/>
            </a:lvl9pPr>
          </a:lstStyle>
          <a:p/>
        </p:txBody>
      </p:sp>
      <p:sp>
        <p:nvSpPr>
          <p:cNvPr id="12" name="Google Shape;12;p2"/>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122120" y="9176960"/>
            <a:ext cx="30674100" cy="3591600"/>
          </a:xfrm>
          <a:prstGeom prst="rect">
            <a:avLst/>
          </a:prstGeom>
        </p:spPr>
        <p:txBody>
          <a:bodyPr anchorCtr="0" anchor="ctr" bIns="349450" lIns="349450" spcFirstLastPara="1" rIns="349450" wrap="square" tIns="349450">
            <a:normAutofit/>
          </a:bodyPr>
          <a:lstStyle>
            <a:lvl1pPr lvl="0" algn="ctr">
              <a:spcBef>
                <a:spcPts val="0"/>
              </a:spcBef>
              <a:spcAft>
                <a:spcPts val="0"/>
              </a:spcAft>
              <a:buSzPts val="13800"/>
              <a:buNone/>
              <a:defRPr sz="13800"/>
            </a:lvl1pPr>
            <a:lvl2pPr lvl="1" algn="ctr">
              <a:spcBef>
                <a:spcPts val="0"/>
              </a:spcBef>
              <a:spcAft>
                <a:spcPts val="0"/>
              </a:spcAft>
              <a:buSzPts val="13800"/>
              <a:buNone/>
              <a:defRPr sz="13800"/>
            </a:lvl2pPr>
            <a:lvl3pPr lvl="2" algn="ctr">
              <a:spcBef>
                <a:spcPts val="0"/>
              </a:spcBef>
              <a:spcAft>
                <a:spcPts val="0"/>
              </a:spcAft>
              <a:buSzPts val="13800"/>
              <a:buNone/>
              <a:defRPr sz="13800"/>
            </a:lvl3pPr>
            <a:lvl4pPr lvl="3" algn="ctr">
              <a:spcBef>
                <a:spcPts val="0"/>
              </a:spcBef>
              <a:spcAft>
                <a:spcPts val="0"/>
              </a:spcAft>
              <a:buSzPts val="13800"/>
              <a:buNone/>
              <a:defRPr sz="13800"/>
            </a:lvl4pPr>
            <a:lvl5pPr lvl="4" algn="ctr">
              <a:spcBef>
                <a:spcPts val="0"/>
              </a:spcBef>
              <a:spcAft>
                <a:spcPts val="0"/>
              </a:spcAft>
              <a:buSzPts val="13800"/>
              <a:buNone/>
              <a:defRPr sz="13800"/>
            </a:lvl5pPr>
            <a:lvl6pPr lvl="5" algn="ctr">
              <a:spcBef>
                <a:spcPts val="0"/>
              </a:spcBef>
              <a:spcAft>
                <a:spcPts val="0"/>
              </a:spcAft>
              <a:buSzPts val="13800"/>
              <a:buNone/>
              <a:defRPr sz="13800"/>
            </a:lvl6pPr>
            <a:lvl7pPr lvl="6" algn="ctr">
              <a:spcBef>
                <a:spcPts val="0"/>
              </a:spcBef>
              <a:spcAft>
                <a:spcPts val="0"/>
              </a:spcAft>
              <a:buSzPts val="13800"/>
              <a:buNone/>
              <a:defRPr sz="13800"/>
            </a:lvl7pPr>
            <a:lvl8pPr lvl="7" algn="ctr">
              <a:spcBef>
                <a:spcPts val="0"/>
              </a:spcBef>
              <a:spcAft>
                <a:spcPts val="0"/>
              </a:spcAft>
              <a:buSzPts val="13800"/>
              <a:buNone/>
              <a:defRPr sz="13800"/>
            </a:lvl8pPr>
            <a:lvl9pPr lvl="8" algn="ctr">
              <a:spcBef>
                <a:spcPts val="0"/>
              </a:spcBef>
              <a:spcAft>
                <a:spcPts val="0"/>
              </a:spcAft>
              <a:buSzPts val="13800"/>
              <a:buNone/>
              <a:defRPr sz="13800"/>
            </a:lvl9pPr>
          </a:lstStyle>
          <a:p/>
        </p:txBody>
      </p:sp>
      <p:sp>
        <p:nvSpPr>
          <p:cNvPr id="15" name="Google Shape;15;p3"/>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122120" y="1898773"/>
            <a:ext cx="30674100" cy="2443500"/>
          </a:xfrm>
          <a:prstGeom prst="rect">
            <a:avLst/>
          </a:prstGeom>
        </p:spPr>
        <p:txBody>
          <a:bodyPr anchorCtr="0" anchor="t" bIns="349450" lIns="349450" spcFirstLastPara="1" rIns="349450" wrap="square" tIns="34945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p:txBody>
      </p:sp>
      <p:sp>
        <p:nvSpPr>
          <p:cNvPr id="18" name="Google Shape;18;p4"/>
          <p:cNvSpPr txBox="1"/>
          <p:nvPr>
            <p:ph idx="1" type="body"/>
          </p:nvPr>
        </p:nvSpPr>
        <p:spPr>
          <a:xfrm>
            <a:off x="1122120" y="4917227"/>
            <a:ext cx="30674100" cy="14576700"/>
          </a:xfrm>
          <a:prstGeom prst="rect">
            <a:avLst/>
          </a:prstGeom>
        </p:spPr>
        <p:txBody>
          <a:bodyPr anchorCtr="0" anchor="t" bIns="349450" lIns="349450" spcFirstLastPara="1" rIns="349450" wrap="square" tIns="349450">
            <a:normAutofit/>
          </a:bodyPr>
          <a:lstStyle>
            <a:lvl1pPr indent="-666750" lvl="0" marL="457200">
              <a:spcBef>
                <a:spcPts val="0"/>
              </a:spcBef>
              <a:spcAft>
                <a:spcPts val="0"/>
              </a:spcAft>
              <a:buSzPts val="6900"/>
              <a:buChar char="●"/>
              <a:defRPr/>
            </a:lvl1pPr>
            <a:lvl2pPr indent="-571500" lvl="1" marL="914400">
              <a:spcBef>
                <a:spcPts val="0"/>
              </a:spcBef>
              <a:spcAft>
                <a:spcPts val="0"/>
              </a:spcAft>
              <a:buSzPts val="5400"/>
              <a:buChar char="○"/>
              <a:defRPr/>
            </a:lvl2pPr>
            <a:lvl3pPr indent="-571500" lvl="2" marL="1371600">
              <a:spcBef>
                <a:spcPts val="0"/>
              </a:spcBef>
              <a:spcAft>
                <a:spcPts val="0"/>
              </a:spcAft>
              <a:buSzPts val="5400"/>
              <a:buChar char="■"/>
              <a:defRPr/>
            </a:lvl3pPr>
            <a:lvl4pPr indent="-571500" lvl="3" marL="1828800">
              <a:spcBef>
                <a:spcPts val="0"/>
              </a:spcBef>
              <a:spcAft>
                <a:spcPts val="0"/>
              </a:spcAft>
              <a:buSzPts val="5400"/>
              <a:buChar char="●"/>
              <a:defRPr/>
            </a:lvl4pPr>
            <a:lvl5pPr indent="-571500" lvl="4" marL="2286000">
              <a:spcBef>
                <a:spcPts val="0"/>
              </a:spcBef>
              <a:spcAft>
                <a:spcPts val="0"/>
              </a:spcAft>
              <a:buSzPts val="5400"/>
              <a:buChar char="○"/>
              <a:defRPr/>
            </a:lvl5pPr>
            <a:lvl6pPr indent="-571500" lvl="5" marL="2743200">
              <a:spcBef>
                <a:spcPts val="0"/>
              </a:spcBef>
              <a:spcAft>
                <a:spcPts val="0"/>
              </a:spcAft>
              <a:buSzPts val="5400"/>
              <a:buChar char="■"/>
              <a:defRPr/>
            </a:lvl6pPr>
            <a:lvl7pPr indent="-571500" lvl="6" marL="3200400">
              <a:spcBef>
                <a:spcPts val="0"/>
              </a:spcBef>
              <a:spcAft>
                <a:spcPts val="0"/>
              </a:spcAft>
              <a:buSzPts val="5400"/>
              <a:buChar char="●"/>
              <a:defRPr/>
            </a:lvl7pPr>
            <a:lvl8pPr indent="-571500" lvl="7" marL="3657600">
              <a:spcBef>
                <a:spcPts val="0"/>
              </a:spcBef>
              <a:spcAft>
                <a:spcPts val="0"/>
              </a:spcAft>
              <a:buSzPts val="5400"/>
              <a:buChar char="○"/>
              <a:defRPr/>
            </a:lvl8pPr>
            <a:lvl9pPr indent="-571500" lvl="8" marL="4114800">
              <a:spcBef>
                <a:spcPts val="0"/>
              </a:spcBef>
              <a:spcAft>
                <a:spcPts val="0"/>
              </a:spcAft>
              <a:buSzPts val="5400"/>
              <a:buChar char="■"/>
              <a:defRPr/>
            </a:lvl9pPr>
          </a:lstStyle>
          <a:p/>
        </p:txBody>
      </p:sp>
      <p:sp>
        <p:nvSpPr>
          <p:cNvPr id="19" name="Google Shape;19;p4"/>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122120" y="1898773"/>
            <a:ext cx="30674100" cy="2443500"/>
          </a:xfrm>
          <a:prstGeom prst="rect">
            <a:avLst/>
          </a:prstGeom>
        </p:spPr>
        <p:txBody>
          <a:bodyPr anchorCtr="0" anchor="t" bIns="349450" lIns="349450" spcFirstLastPara="1" rIns="349450" wrap="square" tIns="34945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p:txBody>
      </p:sp>
      <p:sp>
        <p:nvSpPr>
          <p:cNvPr id="22" name="Google Shape;22;p5"/>
          <p:cNvSpPr txBox="1"/>
          <p:nvPr>
            <p:ph idx="1" type="body"/>
          </p:nvPr>
        </p:nvSpPr>
        <p:spPr>
          <a:xfrm>
            <a:off x="1122120" y="4917227"/>
            <a:ext cx="14399700" cy="14576700"/>
          </a:xfrm>
          <a:prstGeom prst="rect">
            <a:avLst/>
          </a:prstGeom>
        </p:spPr>
        <p:txBody>
          <a:bodyPr anchorCtr="0" anchor="t" bIns="349450" lIns="349450" spcFirstLastPara="1" rIns="349450" wrap="square" tIns="349450">
            <a:normAutofit/>
          </a:bodyPr>
          <a:lstStyle>
            <a:lvl1pPr indent="-571500" lvl="0" marL="457200">
              <a:spcBef>
                <a:spcPts val="0"/>
              </a:spcBef>
              <a:spcAft>
                <a:spcPts val="0"/>
              </a:spcAft>
              <a:buSzPts val="5400"/>
              <a:buChar char="●"/>
              <a:defRPr sz="5400"/>
            </a:lvl1pPr>
            <a:lvl2pPr indent="-520700" lvl="1" marL="914400">
              <a:spcBef>
                <a:spcPts val="0"/>
              </a:spcBef>
              <a:spcAft>
                <a:spcPts val="0"/>
              </a:spcAft>
              <a:buSzPts val="4600"/>
              <a:buChar char="○"/>
              <a:defRPr sz="4600"/>
            </a:lvl2pPr>
            <a:lvl3pPr indent="-520700" lvl="2" marL="1371600">
              <a:spcBef>
                <a:spcPts val="0"/>
              </a:spcBef>
              <a:spcAft>
                <a:spcPts val="0"/>
              </a:spcAft>
              <a:buSzPts val="4600"/>
              <a:buChar char="■"/>
              <a:defRPr sz="4600"/>
            </a:lvl3pPr>
            <a:lvl4pPr indent="-520700" lvl="3" marL="1828800">
              <a:spcBef>
                <a:spcPts val="0"/>
              </a:spcBef>
              <a:spcAft>
                <a:spcPts val="0"/>
              </a:spcAft>
              <a:buSzPts val="4600"/>
              <a:buChar char="●"/>
              <a:defRPr sz="4600"/>
            </a:lvl4pPr>
            <a:lvl5pPr indent="-520700" lvl="4" marL="2286000">
              <a:spcBef>
                <a:spcPts val="0"/>
              </a:spcBef>
              <a:spcAft>
                <a:spcPts val="0"/>
              </a:spcAft>
              <a:buSzPts val="4600"/>
              <a:buChar char="○"/>
              <a:defRPr sz="4600"/>
            </a:lvl5pPr>
            <a:lvl6pPr indent="-520700" lvl="5" marL="2743200">
              <a:spcBef>
                <a:spcPts val="0"/>
              </a:spcBef>
              <a:spcAft>
                <a:spcPts val="0"/>
              </a:spcAft>
              <a:buSzPts val="4600"/>
              <a:buChar char="■"/>
              <a:defRPr sz="4600"/>
            </a:lvl6pPr>
            <a:lvl7pPr indent="-520700" lvl="6" marL="3200400">
              <a:spcBef>
                <a:spcPts val="0"/>
              </a:spcBef>
              <a:spcAft>
                <a:spcPts val="0"/>
              </a:spcAft>
              <a:buSzPts val="4600"/>
              <a:buChar char="●"/>
              <a:defRPr sz="4600"/>
            </a:lvl7pPr>
            <a:lvl8pPr indent="-520700" lvl="7" marL="3657600">
              <a:spcBef>
                <a:spcPts val="0"/>
              </a:spcBef>
              <a:spcAft>
                <a:spcPts val="0"/>
              </a:spcAft>
              <a:buSzPts val="4600"/>
              <a:buChar char="○"/>
              <a:defRPr sz="4600"/>
            </a:lvl8pPr>
            <a:lvl9pPr indent="-520700" lvl="8" marL="4114800">
              <a:spcBef>
                <a:spcPts val="0"/>
              </a:spcBef>
              <a:spcAft>
                <a:spcPts val="0"/>
              </a:spcAft>
              <a:buSzPts val="4600"/>
              <a:buChar char="■"/>
              <a:defRPr sz="4600"/>
            </a:lvl9pPr>
          </a:lstStyle>
          <a:p/>
        </p:txBody>
      </p:sp>
      <p:sp>
        <p:nvSpPr>
          <p:cNvPr id="23" name="Google Shape;23;p5"/>
          <p:cNvSpPr txBox="1"/>
          <p:nvPr>
            <p:ph idx="2" type="body"/>
          </p:nvPr>
        </p:nvSpPr>
        <p:spPr>
          <a:xfrm>
            <a:off x="17396640" y="4917227"/>
            <a:ext cx="14399700" cy="14576700"/>
          </a:xfrm>
          <a:prstGeom prst="rect">
            <a:avLst/>
          </a:prstGeom>
        </p:spPr>
        <p:txBody>
          <a:bodyPr anchorCtr="0" anchor="t" bIns="349450" lIns="349450" spcFirstLastPara="1" rIns="349450" wrap="square" tIns="349450">
            <a:normAutofit/>
          </a:bodyPr>
          <a:lstStyle>
            <a:lvl1pPr indent="-571500" lvl="0" marL="457200">
              <a:spcBef>
                <a:spcPts val="0"/>
              </a:spcBef>
              <a:spcAft>
                <a:spcPts val="0"/>
              </a:spcAft>
              <a:buSzPts val="5400"/>
              <a:buChar char="●"/>
              <a:defRPr sz="5400"/>
            </a:lvl1pPr>
            <a:lvl2pPr indent="-520700" lvl="1" marL="914400">
              <a:spcBef>
                <a:spcPts val="0"/>
              </a:spcBef>
              <a:spcAft>
                <a:spcPts val="0"/>
              </a:spcAft>
              <a:buSzPts val="4600"/>
              <a:buChar char="○"/>
              <a:defRPr sz="4600"/>
            </a:lvl2pPr>
            <a:lvl3pPr indent="-520700" lvl="2" marL="1371600">
              <a:spcBef>
                <a:spcPts val="0"/>
              </a:spcBef>
              <a:spcAft>
                <a:spcPts val="0"/>
              </a:spcAft>
              <a:buSzPts val="4600"/>
              <a:buChar char="■"/>
              <a:defRPr sz="4600"/>
            </a:lvl3pPr>
            <a:lvl4pPr indent="-520700" lvl="3" marL="1828800">
              <a:spcBef>
                <a:spcPts val="0"/>
              </a:spcBef>
              <a:spcAft>
                <a:spcPts val="0"/>
              </a:spcAft>
              <a:buSzPts val="4600"/>
              <a:buChar char="●"/>
              <a:defRPr sz="4600"/>
            </a:lvl4pPr>
            <a:lvl5pPr indent="-520700" lvl="4" marL="2286000">
              <a:spcBef>
                <a:spcPts val="0"/>
              </a:spcBef>
              <a:spcAft>
                <a:spcPts val="0"/>
              </a:spcAft>
              <a:buSzPts val="4600"/>
              <a:buChar char="○"/>
              <a:defRPr sz="4600"/>
            </a:lvl5pPr>
            <a:lvl6pPr indent="-520700" lvl="5" marL="2743200">
              <a:spcBef>
                <a:spcPts val="0"/>
              </a:spcBef>
              <a:spcAft>
                <a:spcPts val="0"/>
              </a:spcAft>
              <a:buSzPts val="4600"/>
              <a:buChar char="■"/>
              <a:defRPr sz="4600"/>
            </a:lvl6pPr>
            <a:lvl7pPr indent="-520700" lvl="6" marL="3200400">
              <a:spcBef>
                <a:spcPts val="0"/>
              </a:spcBef>
              <a:spcAft>
                <a:spcPts val="0"/>
              </a:spcAft>
              <a:buSzPts val="4600"/>
              <a:buChar char="●"/>
              <a:defRPr sz="4600"/>
            </a:lvl7pPr>
            <a:lvl8pPr indent="-520700" lvl="7" marL="3657600">
              <a:spcBef>
                <a:spcPts val="0"/>
              </a:spcBef>
              <a:spcAft>
                <a:spcPts val="0"/>
              </a:spcAft>
              <a:buSzPts val="4600"/>
              <a:buChar char="○"/>
              <a:defRPr sz="4600"/>
            </a:lvl8pPr>
            <a:lvl9pPr indent="-520700" lvl="8" marL="4114800">
              <a:spcBef>
                <a:spcPts val="0"/>
              </a:spcBef>
              <a:spcAft>
                <a:spcPts val="0"/>
              </a:spcAft>
              <a:buSzPts val="4600"/>
              <a:buChar char="■"/>
              <a:defRPr sz="4600"/>
            </a:lvl9pPr>
          </a:lstStyle>
          <a:p/>
        </p:txBody>
      </p:sp>
      <p:sp>
        <p:nvSpPr>
          <p:cNvPr id="24" name="Google Shape;24;p5"/>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122120" y="1898773"/>
            <a:ext cx="30674100" cy="2443500"/>
          </a:xfrm>
          <a:prstGeom prst="rect">
            <a:avLst/>
          </a:prstGeom>
        </p:spPr>
        <p:txBody>
          <a:bodyPr anchorCtr="0" anchor="t" bIns="349450" lIns="349450" spcFirstLastPara="1" rIns="349450" wrap="square" tIns="34945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p:txBody>
      </p:sp>
      <p:sp>
        <p:nvSpPr>
          <p:cNvPr id="27" name="Google Shape;27;p6"/>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122120" y="2370560"/>
            <a:ext cx="10108800" cy="3224400"/>
          </a:xfrm>
          <a:prstGeom prst="rect">
            <a:avLst/>
          </a:prstGeom>
        </p:spPr>
        <p:txBody>
          <a:bodyPr anchorCtr="0" anchor="b" bIns="349450" lIns="349450" spcFirstLastPara="1" rIns="349450" wrap="square" tIns="349450">
            <a:normAutofit/>
          </a:bodyPr>
          <a:lstStyle>
            <a:lvl1pPr lvl="0">
              <a:spcBef>
                <a:spcPts val="0"/>
              </a:spcBef>
              <a:spcAft>
                <a:spcPts val="0"/>
              </a:spcAft>
              <a:buSzPts val="9200"/>
              <a:buNone/>
              <a:defRPr sz="92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p:txBody>
      </p:sp>
      <p:sp>
        <p:nvSpPr>
          <p:cNvPr id="30" name="Google Shape;30;p7"/>
          <p:cNvSpPr txBox="1"/>
          <p:nvPr>
            <p:ph idx="1" type="body"/>
          </p:nvPr>
        </p:nvSpPr>
        <p:spPr>
          <a:xfrm>
            <a:off x="1122120" y="5928960"/>
            <a:ext cx="10108800" cy="13565400"/>
          </a:xfrm>
          <a:prstGeom prst="rect">
            <a:avLst/>
          </a:prstGeom>
        </p:spPr>
        <p:txBody>
          <a:bodyPr anchorCtr="0" anchor="t" bIns="349450" lIns="349450" spcFirstLastPara="1" rIns="349450" wrap="square" tIns="349450">
            <a:normAutofit/>
          </a:bodyPr>
          <a:lstStyle>
            <a:lvl1pPr indent="-520700" lvl="0" marL="457200">
              <a:spcBef>
                <a:spcPts val="0"/>
              </a:spcBef>
              <a:spcAft>
                <a:spcPts val="0"/>
              </a:spcAft>
              <a:buSzPts val="4600"/>
              <a:buChar char="●"/>
              <a:defRPr sz="4600"/>
            </a:lvl1pPr>
            <a:lvl2pPr indent="-520700" lvl="1" marL="914400">
              <a:spcBef>
                <a:spcPts val="0"/>
              </a:spcBef>
              <a:spcAft>
                <a:spcPts val="0"/>
              </a:spcAft>
              <a:buSzPts val="4600"/>
              <a:buChar char="○"/>
              <a:defRPr sz="4600"/>
            </a:lvl2pPr>
            <a:lvl3pPr indent="-520700" lvl="2" marL="1371600">
              <a:spcBef>
                <a:spcPts val="0"/>
              </a:spcBef>
              <a:spcAft>
                <a:spcPts val="0"/>
              </a:spcAft>
              <a:buSzPts val="4600"/>
              <a:buChar char="■"/>
              <a:defRPr sz="4600"/>
            </a:lvl3pPr>
            <a:lvl4pPr indent="-520700" lvl="3" marL="1828800">
              <a:spcBef>
                <a:spcPts val="0"/>
              </a:spcBef>
              <a:spcAft>
                <a:spcPts val="0"/>
              </a:spcAft>
              <a:buSzPts val="4600"/>
              <a:buChar char="●"/>
              <a:defRPr sz="4600"/>
            </a:lvl4pPr>
            <a:lvl5pPr indent="-520700" lvl="4" marL="2286000">
              <a:spcBef>
                <a:spcPts val="0"/>
              </a:spcBef>
              <a:spcAft>
                <a:spcPts val="0"/>
              </a:spcAft>
              <a:buSzPts val="4600"/>
              <a:buChar char="○"/>
              <a:defRPr sz="4600"/>
            </a:lvl5pPr>
            <a:lvl6pPr indent="-520700" lvl="5" marL="2743200">
              <a:spcBef>
                <a:spcPts val="0"/>
              </a:spcBef>
              <a:spcAft>
                <a:spcPts val="0"/>
              </a:spcAft>
              <a:buSzPts val="4600"/>
              <a:buChar char="■"/>
              <a:defRPr sz="4600"/>
            </a:lvl6pPr>
            <a:lvl7pPr indent="-520700" lvl="6" marL="3200400">
              <a:spcBef>
                <a:spcPts val="0"/>
              </a:spcBef>
              <a:spcAft>
                <a:spcPts val="0"/>
              </a:spcAft>
              <a:buSzPts val="4600"/>
              <a:buChar char="●"/>
              <a:defRPr sz="4600"/>
            </a:lvl7pPr>
            <a:lvl8pPr indent="-520700" lvl="7" marL="3657600">
              <a:spcBef>
                <a:spcPts val="0"/>
              </a:spcBef>
              <a:spcAft>
                <a:spcPts val="0"/>
              </a:spcAft>
              <a:buSzPts val="4600"/>
              <a:buChar char="○"/>
              <a:defRPr sz="4600"/>
            </a:lvl8pPr>
            <a:lvl9pPr indent="-520700" lvl="8" marL="4114800">
              <a:spcBef>
                <a:spcPts val="0"/>
              </a:spcBef>
              <a:spcAft>
                <a:spcPts val="0"/>
              </a:spcAft>
              <a:buSzPts val="4600"/>
              <a:buChar char="■"/>
              <a:defRPr sz="4600"/>
            </a:lvl9pPr>
          </a:lstStyle>
          <a:p/>
        </p:txBody>
      </p:sp>
      <p:sp>
        <p:nvSpPr>
          <p:cNvPr id="31" name="Google Shape;31;p7"/>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764900" y="1920640"/>
            <a:ext cx="22924200" cy="17454000"/>
          </a:xfrm>
          <a:prstGeom prst="rect">
            <a:avLst/>
          </a:prstGeom>
        </p:spPr>
        <p:txBody>
          <a:bodyPr anchorCtr="0" anchor="ctr" bIns="349450" lIns="349450" spcFirstLastPara="1" rIns="349450" wrap="square" tIns="349450">
            <a:normAutofit/>
          </a:bodyPr>
          <a:lstStyle>
            <a:lvl1pPr lvl="0">
              <a:spcBef>
                <a:spcPts val="0"/>
              </a:spcBef>
              <a:spcAft>
                <a:spcPts val="0"/>
              </a:spcAft>
              <a:buSzPts val="18300"/>
              <a:buNone/>
              <a:defRPr sz="18300"/>
            </a:lvl1pPr>
            <a:lvl2pPr lvl="1">
              <a:spcBef>
                <a:spcPts val="0"/>
              </a:spcBef>
              <a:spcAft>
                <a:spcPts val="0"/>
              </a:spcAft>
              <a:buSzPts val="18300"/>
              <a:buNone/>
              <a:defRPr sz="18300"/>
            </a:lvl2pPr>
            <a:lvl3pPr lvl="2">
              <a:spcBef>
                <a:spcPts val="0"/>
              </a:spcBef>
              <a:spcAft>
                <a:spcPts val="0"/>
              </a:spcAft>
              <a:buSzPts val="18300"/>
              <a:buNone/>
              <a:defRPr sz="18300"/>
            </a:lvl3pPr>
            <a:lvl4pPr lvl="3">
              <a:spcBef>
                <a:spcPts val="0"/>
              </a:spcBef>
              <a:spcAft>
                <a:spcPts val="0"/>
              </a:spcAft>
              <a:buSzPts val="18300"/>
              <a:buNone/>
              <a:defRPr sz="18300"/>
            </a:lvl4pPr>
            <a:lvl5pPr lvl="4">
              <a:spcBef>
                <a:spcPts val="0"/>
              </a:spcBef>
              <a:spcAft>
                <a:spcPts val="0"/>
              </a:spcAft>
              <a:buSzPts val="18300"/>
              <a:buNone/>
              <a:defRPr sz="18300"/>
            </a:lvl5pPr>
            <a:lvl6pPr lvl="5">
              <a:spcBef>
                <a:spcPts val="0"/>
              </a:spcBef>
              <a:spcAft>
                <a:spcPts val="0"/>
              </a:spcAft>
              <a:buSzPts val="18300"/>
              <a:buNone/>
              <a:defRPr sz="18300"/>
            </a:lvl6pPr>
            <a:lvl7pPr lvl="6">
              <a:spcBef>
                <a:spcPts val="0"/>
              </a:spcBef>
              <a:spcAft>
                <a:spcPts val="0"/>
              </a:spcAft>
              <a:buSzPts val="18300"/>
              <a:buNone/>
              <a:defRPr sz="18300"/>
            </a:lvl7pPr>
            <a:lvl8pPr lvl="7">
              <a:spcBef>
                <a:spcPts val="0"/>
              </a:spcBef>
              <a:spcAft>
                <a:spcPts val="0"/>
              </a:spcAft>
              <a:buSzPts val="18300"/>
              <a:buNone/>
              <a:defRPr sz="18300"/>
            </a:lvl8pPr>
            <a:lvl9pPr lvl="8">
              <a:spcBef>
                <a:spcPts val="0"/>
              </a:spcBef>
              <a:spcAft>
                <a:spcPts val="0"/>
              </a:spcAft>
              <a:buSzPts val="18300"/>
              <a:buNone/>
              <a:defRPr sz="18300"/>
            </a:lvl9pPr>
          </a:lstStyle>
          <a:p/>
        </p:txBody>
      </p:sp>
      <p:sp>
        <p:nvSpPr>
          <p:cNvPr id="34" name="Google Shape;34;p8"/>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anchorCtr="0" anchor="ctr" bIns="349450" lIns="349450" spcFirstLastPara="1" rIns="349450" wrap="square" tIns="3494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955800" y="5261547"/>
            <a:ext cx="14562600" cy="6324600"/>
          </a:xfrm>
          <a:prstGeom prst="rect">
            <a:avLst/>
          </a:prstGeom>
        </p:spPr>
        <p:txBody>
          <a:bodyPr anchorCtr="0" anchor="b" bIns="349450" lIns="349450" spcFirstLastPara="1" rIns="349450" wrap="square" tIns="349450">
            <a:normAutofit/>
          </a:bodyPr>
          <a:lstStyle>
            <a:lvl1pPr lvl="0" algn="ctr">
              <a:spcBef>
                <a:spcPts val="0"/>
              </a:spcBef>
              <a:spcAft>
                <a:spcPts val="0"/>
              </a:spcAft>
              <a:buSzPts val="16100"/>
              <a:buNone/>
              <a:defRPr sz="16100"/>
            </a:lvl1pPr>
            <a:lvl2pPr lvl="1" algn="ctr">
              <a:spcBef>
                <a:spcPts val="0"/>
              </a:spcBef>
              <a:spcAft>
                <a:spcPts val="0"/>
              </a:spcAft>
              <a:buSzPts val="16100"/>
              <a:buNone/>
              <a:defRPr sz="16100"/>
            </a:lvl2pPr>
            <a:lvl3pPr lvl="2" algn="ctr">
              <a:spcBef>
                <a:spcPts val="0"/>
              </a:spcBef>
              <a:spcAft>
                <a:spcPts val="0"/>
              </a:spcAft>
              <a:buSzPts val="16100"/>
              <a:buNone/>
              <a:defRPr sz="16100"/>
            </a:lvl3pPr>
            <a:lvl4pPr lvl="3" algn="ctr">
              <a:spcBef>
                <a:spcPts val="0"/>
              </a:spcBef>
              <a:spcAft>
                <a:spcPts val="0"/>
              </a:spcAft>
              <a:buSzPts val="16100"/>
              <a:buNone/>
              <a:defRPr sz="16100"/>
            </a:lvl4pPr>
            <a:lvl5pPr lvl="4" algn="ctr">
              <a:spcBef>
                <a:spcPts val="0"/>
              </a:spcBef>
              <a:spcAft>
                <a:spcPts val="0"/>
              </a:spcAft>
              <a:buSzPts val="16100"/>
              <a:buNone/>
              <a:defRPr sz="16100"/>
            </a:lvl5pPr>
            <a:lvl6pPr lvl="5" algn="ctr">
              <a:spcBef>
                <a:spcPts val="0"/>
              </a:spcBef>
              <a:spcAft>
                <a:spcPts val="0"/>
              </a:spcAft>
              <a:buSzPts val="16100"/>
              <a:buNone/>
              <a:defRPr sz="16100"/>
            </a:lvl6pPr>
            <a:lvl7pPr lvl="6" algn="ctr">
              <a:spcBef>
                <a:spcPts val="0"/>
              </a:spcBef>
              <a:spcAft>
                <a:spcPts val="0"/>
              </a:spcAft>
              <a:buSzPts val="16100"/>
              <a:buNone/>
              <a:defRPr sz="16100"/>
            </a:lvl7pPr>
            <a:lvl8pPr lvl="7" algn="ctr">
              <a:spcBef>
                <a:spcPts val="0"/>
              </a:spcBef>
              <a:spcAft>
                <a:spcPts val="0"/>
              </a:spcAft>
              <a:buSzPts val="16100"/>
              <a:buNone/>
              <a:defRPr sz="16100"/>
            </a:lvl8pPr>
            <a:lvl9pPr lvl="8" algn="ctr">
              <a:spcBef>
                <a:spcPts val="0"/>
              </a:spcBef>
              <a:spcAft>
                <a:spcPts val="0"/>
              </a:spcAft>
              <a:buSzPts val="16100"/>
              <a:buNone/>
              <a:defRPr sz="16100"/>
            </a:lvl9pPr>
          </a:lstStyle>
          <a:p/>
        </p:txBody>
      </p:sp>
      <p:sp>
        <p:nvSpPr>
          <p:cNvPr id="38" name="Google Shape;38;p9"/>
          <p:cNvSpPr txBox="1"/>
          <p:nvPr>
            <p:ph idx="1" type="subTitle"/>
          </p:nvPr>
        </p:nvSpPr>
        <p:spPr>
          <a:xfrm>
            <a:off x="955800" y="11959787"/>
            <a:ext cx="14562600" cy="5269800"/>
          </a:xfrm>
          <a:prstGeom prst="rect">
            <a:avLst/>
          </a:prstGeom>
        </p:spPr>
        <p:txBody>
          <a:bodyPr anchorCtr="0" anchor="t" bIns="349450" lIns="349450" spcFirstLastPara="1" rIns="349450" wrap="square" tIns="349450">
            <a:norm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p:txBody>
      </p:sp>
      <p:sp>
        <p:nvSpPr>
          <p:cNvPr id="39" name="Google Shape;39;p9"/>
          <p:cNvSpPr txBox="1"/>
          <p:nvPr>
            <p:ph idx="2" type="body"/>
          </p:nvPr>
        </p:nvSpPr>
        <p:spPr>
          <a:xfrm>
            <a:off x="17782200" y="3089387"/>
            <a:ext cx="13813200" cy="15765900"/>
          </a:xfrm>
          <a:prstGeom prst="rect">
            <a:avLst/>
          </a:prstGeom>
        </p:spPr>
        <p:txBody>
          <a:bodyPr anchorCtr="0" anchor="ctr" bIns="349450" lIns="349450" spcFirstLastPara="1" rIns="349450" wrap="square" tIns="349450">
            <a:normAutofit/>
          </a:bodyPr>
          <a:lstStyle>
            <a:lvl1pPr indent="-666750" lvl="0" marL="457200">
              <a:spcBef>
                <a:spcPts val="0"/>
              </a:spcBef>
              <a:spcAft>
                <a:spcPts val="0"/>
              </a:spcAft>
              <a:buSzPts val="6900"/>
              <a:buChar char="●"/>
              <a:defRPr/>
            </a:lvl1pPr>
            <a:lvl2pPr indent="-571500" lvl="1" marL="914400">
              <a:spcBef>
                <a:spcPts val="0"/>
              </a:spcBef>
              <a:spcAft>
                <a:spcPts val="0"/>
              </a:spcAft>
              <a:buSzPts val="5400"/>
              <a:buChar char="○"/>
              <a:defRPr/>
            </a:lvl2pPr>
            <a:lvl3pPr indent="-571500" lvl="2" marL="1371600">
              <a:spcBef>
                <a:spcPts val="0"/>
              </a:spcBef>
              <a:spcAft>
                <a:spcPts val="0"/>
              </a:spcAft>
              <a:buSzPts val="5400"/>
              <a:buChar char="■"/>
              <a:defRPr/>
            </a:lvl3pPr>
            <a:lvl4pPr indent="-571500" lvl="3" marL="1828800">
              <a:spcBef>
                <a:spcPts val="0"/>
              </a:spcBef>
              <a:spcAft>
                <a:spcPts val="0"/>
              </a:spcAft>
              <a:buSzPts val="5400"/>
              <a:buChar char="●"/>
              <a:defRPr/>
            </a:lvl4pPr>
            <a:lvl5pPr indent="-571500" lvl="4" marL="2286000">
              <a:spcBef>
                <a:spcPts val="0"/>
              </a:spcBef>
              <a:spcAft>
                <a:spcPts val="0"/>
              </a:spcAft>
              <a:buSzPts val="5400"/>
              <a:buChar char="○"/>
              <a:defRPr/>
            </a:lvl5pPr>
            <a:lvl6pPr indent="-571500" lvl="5" marL="2743200">
              <a:spcBef>
                <a:spcPts val="0"/>
              </a:spcBef>
              <a:spcAft>
                <a:spcPts val="0"/>
              </a:spcAft>
              <a:buSzPts val="5400"/>
              <a:buChar char="■"/>
              <a:defRPr/>
            </a:lvl6pPr>
            <a:lvl7pPr indent="-571500" lvl="6" marL="3200400">
              <a:spcBef>
                <a:spcPts val="0"/>
              </a:spcBef>
              <a:spcAft>
                <a:spcPts val="0"/>
              </a:spcAft>
              <a:buSzPts val="5400"/>
              <a:buChar char="●"/>
              <a:defRPr/>
            </a:lvl7pPr>
            <a:lvl8pPr indent="-571500" lvl="7" marL="3657600">
              <a:spcBef>
                <a:spcPts val="0"/>
              </a:spcBef>
              <a:spcAft>
                <a:spcPts val="0"/>
              </a:spcAft>
              <a:buSzPts val="5400"/>
              <a:buChar char="○"/>
              <a:defRPr/>
            </a:lvl8pPr>
            <a:lvl9pPr indent="-571500" lvl="8" marL="4114800">
              <a:spcBef>
                <a:spcPts val="0"/>
              </a:spcBef>
              <a:spcAft>
                <a:spcPts val="0"/>
              </a:spcAft>
              <a:buSzPts val="5400"/>
              <a:buChar char="■"/>
              <a:defRPr/>
            </a:lvl9pPr>
          </a:lstStyle>
          <a:p/>
        </p:txBody>
      </p:sp>
      <p:sp>
        <p:nvSpPr>
          <p:cNvPr id="40" name="Google Shape;40;p9"/>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122120" y="18050453"/>
            <a:ext cx="21595800" cy="2581800"/>
          </a:xfrm>
          <a:prstGeom prst="rect">
            <a:avLst/>
          </a:prstGeom>
        </p:spPr>
        <p:txBody>
          <a:bodyPr anchorCtr="0" anchor="ctr" bIns="349450" lIns="349450" spcFirstLastPara="1" rIns="349450" wrap="square" tIns="349450">
            <a:normAutofit/>
          </a:bodyPr>
          <a:lstStyle>
            <a:lvl1pPr indent="-228600" lvl="0" marL="457200">
              <a:lnSpc>
                <a:spcPct val="100000"/>
              </a:lnSpc>
              <a:spcBef>
                <a:spcPts val="0"/>
              </a:spcBef>
              <a:spcAft>
                <a:spcPts val="0"/>
              </a:spcAft>
              <a:buSzPts val="6900"/>
              <a:buNone/>
              <a:defRPr/>
            </a:lvl1pPr>
          </a:lstStyle>
          <a:p/>
        </p:txBody>
      </p:sp>
      <p:sp>
        <p:nvSpPr>
          <p:cNvPr id="43" name="Google Shape;43;p10"/>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122120" y="4719467"/>
            <a:ext cx="30674100" cy="8377500"/>
          </a:xfrm>
          <a:prstGeom prst="rect">
            <a:avLst/>
          </a:prstGeom>
        </p:spPr>
        <p:txBody>
          <a:bodyPr anchorCtr="0" anchor="b" bIns="349450" lIns="349450" spcFirstLastPara="1" rIns="349450" wrap="square" tIns="349450">
            <a:normAutofit/>
          </a:bodyPr>
          <a:lstStyle>
            <a:lvl1pPr lvl="0" algn="ctr">
              <a:spcBef>
                <a:spcPts val="0"/>
              </a:spcBef>
              <a:spcAft>
                <a:spcPts val="0"/>
              </a:spcAft>
              <a:buSzPts val="45900"/>
              <a:buNone/>
              <a:defRPr sz="45900"/>
            </a:lvl1pPr>
            <a:lvl2pPr lvl="1" algn="ctr">
              <a:spcBef>
                <a:spcPts val="0"/>
              </a:spcBef>
              <a:spcAft>
                <a:spcPts val="0"/>
              </a:spcAft>
              <a:buSzPts val="45900"/>
              <a:buNone/>
              <a:defRPr sz="45900"/>
            </a:lvl2pPr>
            <a:lvl3pPr lvl="2" algn="ctr">
              <a:spcBef>
                <a:spcPts val="0"/>
              </a:spcBef>
              <a:spcAft>
                <a:spcPts val="0"/>
              </a:spcAft>
              <a:buSzPts val="45900"/>
              <a:buNone/>
              <a:defRPr sz="45900"/>
            </a:lvl3pPr>
            <a:lvl4pPr lvl="3" algn="ctr">
              <a:spcBef>
                <a:spcPts val="0"/>
              </a:spcBef>
              <a:spcAft>
                <a:spcPts val="0"/>
              </a:spcAft>
              <a:buSzPts val="45900"/>
              <a:buNone/>
              <a:defRPr sz="45900"/>
            </a:lvl4pPr>
            <a:lvl5pPr lvl="4" algn="ctr">
              <a:spcBef>
                <a:spcPts val="0"/>
              </a:spcBef>
              <a:spcAft>
                <a:spcPts val="0"/>
              </a:spcAft>
              <a:buSzPts val="45900"/>
              <a:buNone/>
              <a:defRPr sz="45900"/>
            </a:lvl5pPr>
            <a:lvl6pPr lvl="5" algn="ctr">
              <a:spcBef>
                <a:spcPts val="0"/>
              </a:spcBef>
              <a:spcAft>
                <a:spcPts val="0"/>
              </a:spcAft>
              <a:buSzPts val="45900"/>
              <a:buNone/>
              <a:defRPr sz="45900"/>
            </a:lvl6pPr>
            <a:lvl7pPr lvl="6" algn="ctr">
              <a:spcBef>
                <a:spcPts val="0"/>
              </a:spcBef>
              <a:spcAft>
                <a:spcPts val="0"/>
              </a:spcAft>
              <a:buSzPts val="45900"/>
              <a:buNone/>
              <a:defRPr sz="45900"/>
            </a:lvl7pPr>
            <a:lvl8pPr lvl="7" algn="ctr">
              <a:spcBef>
                <a:spcPts val="0"/>
              </a:spcBef>
              <a:spcAft>
                <a:spcPts val="0"/>
              </a:spcAft>
              <a:buSzPts val="45900"/>
              <a:buNone/>
              <a:defRPr sz="45900"/>
            </a:lvl8pPr>
            <a:lvl9pPr lvl="8" algn="ctr">
              <a:spcBef>
                <a:spcPts val="0"/>
              </a:spcBef>
              <a:spcAft>
                <a:spcPts val="0"/>
              </a:spcAft>
              <a:buSzPts val="45900"/>
              <a:buNone/>
              <a:defRPr sz="45900"/>
            </a:lvl9pPr>
          </a:lstStyle>
          <a:p>
            <a:r>
              <a:t>xx%</a:t>
            </a:r>
          </a:p>
        </p:txBody>
      </p:sp>
      <p:sp>
        <p:nvSpPr>
          <p:cNvPr id="46" name="Google Shape;46;p11"/>
          <p:cNvSpPr txBox="1"/>
          <p:nvPr>
            <p:ph idx="1" type="body"/>
          </p:nvPr>
        </p:nvSpPr>
        <p:spPr>
          <a:xfrm>
            <a:off x="1122120" y="13449493"/>
            <a:ext cx="30674100" cy="5550000"/>
          </a:xfrm>
          <a:prstGeom prst="rect">
            <a:avLst/>
          </a:prstGeom>
        </p:spPr>
        <p:txBody>
          <a:bodyPr anchorCtr="0" anchor="t" bIns="349450" lIns="349450" spcFirstLastPara="1" rIns="349450" wrap="square" tIns="349450">
            <a:normAutofit/>
          </a:bodyPr>
          <a:lstStyle>
            <a:lvl1pPr indent="-666750" lvl="0" marL="457200" algn="ctr">
              <a:spcBef>
                <a:spcPts val="0"/>
              </a:spcBef>
              <a:spcAft>
                <a:spcPts val="0"/>
              </a:spcAft>
              <a:buSzPts val="6900"/>
              <a:buChar char="●"/>
              <a:defRPr/>
            </a:lvl1pPr>
            <a:lvl2pPr indent="-571500" lvl="1" marL="914400" algn="ctr">
              <a:spcBef>
                <a:spcPts val="0"/>
              </a:spcBef>
              <a:spcAft>
                <a:spcPts val="0"/>
              </a:spcAft>
              <a:buSzPts val="5400"/>
              <a:buChar char="○"/>
              <a:defRPr/>
            </a:lvl2pPr>
            <a:lvl3pPr indent="-571500" lvl="2" marL="1371600" algn="ctr">
              <a:spcBef>
                <a:spcPts val="0"/>
              </a:spcBef>
              <a:spcAft>
                <a:spcPts val="0"/>
              </a:spcAft>
              <a:buSzPts val="5400"/>
              <a:buChar char="■"/>
              <a:defRPr/>
            </a:lvl3pPr>
            <a:lvl4pPr indent="-571500" lvl="3" marL="1828800" algn="ctr">
              <a:spcBef>
                <a:spcPts val="0"/>
              </a:spcBef>
              <a:spcAft>
                <a:spcPts val="0"/>
              </a:spcAft>
              <a:buSzPts val="5400"/>
              <a:buChar char="●"/>
              <a:defRPr/>
            </a:lvl4pPr>
            <a:lvl5pPr indent="-571500" lvl="4" marL="2286000" algn="ctr">
              <a:spcBef>
                <a:spcPts val="0"/>
              </a:spcBef>
              <a:spcAft>
                <a:spcPts val="0"/>
              </a:spcAft>
              <a:buSzPts val="5400"/>
              <a:buChar char="○"/>
              <a:defRPr/>
            </a:lvl5pPr>
            <a:lvl6pPr indent="-571500" lvl="5" marL="2743200" algn="ctr">
              <a:spcBef>
                <a:spcPts val="0"/>
              </a:spcBef>
              <a:spcAft>
                <a:spcPts val="0"/>
              </a:spcAft>
              <a:buSzPts val="5400"/>
              <a:buChar char="■"/>
              <a:defRPr/>
            </a:lvl6pPr>
            <a:lvl7pPr indent="-571500" lvl="6" marL="3200400" algn="ctr">
              <a:spcBef>
                <a:spcPts val="0"/>
              </a:spcBef>
              <a:spcAft>
                <a:spcPts val="0"/>
              </a:spcAft>
              <a:buSzPts val="5400"/>
              <a:buChar char="●"/>
              <a:defRPr/>
            </a:lvl7pPr>
            <a:lvl8pPr indent="-571500" lvl="7" marL="3657600" algn="ctr">
              <a:spcBef>
                <a:spcPts val="0"/>
              </a:spcBef>
              <a:spcAft>
                <a:spcPts val="0"/>
              </a:spcAft>
              <a:buSzPts val="5400"/>
              <a:buChar char="○"/>
              <a:defRPr/>
            </a:lvl8pPr>
            <a:lvl9pPr indent="-571500" lvl="8" marL="4114800" algn="ctr">
              <a:spcBef>
                <a:spcPts val="0"/>
              </a:spcBef>
              <a:spcAft>
                <a:spcPts val="0"/>
              </a:spcAft>
              <a:buSzPts val="5400"/>
              <a:buChar char="■"/>
              <a:defRPr/>
            </a:lvl9pPr>
          </a:lstStyle>
          <a:p/>
        </p:txBody>
      </p:sp>
      <p:sp>
        <p:nvSpPr>
          <p:cNvPr id="47" name="Google Shape;47;p11"/>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30500848" y="19896392"/>
            <a:ext cx="1975200" cy="1679400"/>
          </a:xfrm>
          <a:prstGeom prst="rect">
            <a:avLst/>
          </a:prstGeom>
        </p:spPr>
        <p:txBody>
          <a:bodyPr anchorCtr="0" anchor="ctr" bIns="349450" lIns="349450" spcFirstLastPara="1" rIns="349450" wrap="square" tIns="3494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22120" y="1898773"/>
            <a:ext cx="30674100" cy="2443500"/>
          </a:xfrm>
          <a:prstGeom prst="rect">
            <a:avLst/>
          </a:prstGeom>
          <a:noFill/>
          <a:ln>
            <a:noFill/>
          </a:ln>
        </p:spPr>
        <p:txBody>
          <a:bodyPr anchorCtr="0" anchor="t" bIns="349450" lIns="349450" spcFirstLastPara="1" rIns="349450" wrap="square" tIns="349450">
            <a:normAutofit/>
          </a:bodyPr>
          <a:lstStyle>
            <a:lvl1pPr lvl="0">
              <a:spcBef>
                <a:spcPts val="0"/>
              </a:spcBef>
              <a:spcAft>
                <a:spcPts val="0"/>
              </a:spcAft>
              <a:buClr>
                <a:schemeClr val="dk1"/>
              </a:buClr>
              <a:buSzPts val="10700"/>
              <a:buNone/>
              <a:defRPr sz="10700">
                <a:solidFill>
                  <a:schemeClr val="dk1"/>
                </a:solidFill>
              </a:defRPr>
            </a:lvl1pPr>
            <a:lvl2pPr lvl="1">
              <a:spcBef>
                <a:spcPts val="0"/>
              </a:spcBef>
              <a:spcAft>
                <a:spcPts val="0"/>
              </a:spcAft>
              <a:buClr>
                <a:schemeClr val="dk1"/>
              </a:buClr>
              <a:buSzPts val="10700"/>
              <a:buNone/>
              <a:defRPr sz="10700">
                <a:solidFill>
                  <a:schemeClr val="dk1"/>
                </a:solidFill>
              </a:defRPr>
            </a:lvl2pPr>
            <a:lvl3pPr lvl="2">
              <a:spcBef>
                <a:spcPts val="0"/>
              </a:spcBef>
              <a:spcAft>
                <a:spcPts val="0"/>
              </a:spcAft>
              <a:buClr>
                <a:schemeClr val="dk1"/>
              </a:buClr>
              <a:buSzPts val="10700"/>
              <a:buNone/>
              <a:defRPr sz="10700">
                <a:solidFill>
                  <a:schemeClr val="dk1"/>
                </a:solidFill>
              </a:defRPr>
            </a:lvl3pPr>
            <a:lvl4pPr lvl="3">
              <a:spcBef>
                <a:spcPts val="0"/>
              </a:spcBef>
              <a:spcAft>
                <a:spcPts val="0"/>
              </a:spcAft>
              <a:buClr>
                <a:schemeClr val="dk1"/>
              </a:buClr>
              <a:buSzPts val="10700"/>
              <a:buNone/>
              <a:defRPr sz="10700">
                <a:solidFill>
                  <a:schemeClr val="dk1"/>
                </a:solidFill>
              </a:defRPr>
            </a:lvl4pPr>
            <a:lvl5pPr lvl="4">
              <a:spcBef>
                <a:spcPts val="0"/>
              </a:spcBef>
              <a:spcAft>
                <a:spcPts val="0"/>
              </a:spcAft>
              <a:buClr>
                <a:schemeClr val="dk1"/>
              </a:buClr>
              <a:buSzPts val="10700"/>
              <a:buNone/>
              <a:defRPr sz="10700">
                <a:solidFill>
                  <a:schemeClr val="dk1"/>
                </a:solidFill>
              </a:defRPr>
            </a:lvl5pPr>
            <a:lvl6pPr lvl="5">
              <a:spcBef>
                <a:spcPts val="0"/>
              </a:spcBef>
              <a:spcAft>
                <a:spcPts val="0"/>
              </a:spcAft>
              <a:buClr>
                <a:schemeClr val="dk1"/>
              </a:buClr>
              <a:buSzPts val="10700"/>
              <a:buNone/>
              <a:defRPr sz="10700">
                <a:solidFill>
                  <a:schemeClr val="dk1"/>
                </a:solidFill>
              </a:defRPr>
            </a:lvl6pPr>
            <a:lvl7pPr lvl="6">
              <a:spcBef>
                <a:spcPts val="0"/>
              </a:spcBef>
              <a:spcAft>
                <a:spcPts val="0"/>
              </a:spcAft>
              <a:buClr>
                <a:schemeClr val="dk1"/>
              </a:buClr>
              <a:buSzPts val="10700"/>
              <a:buNone/>
              <a:defRPr sz="10700">
                <a:solidFill>
                  <a:schemeClr val="dk1"/>
                </a:solidFill>
              </a:defRPr>
            </a:lvl7pPr>
            <a:lvl8pPr lvl="7">
              <a:spcBef>
                <a:spcPts val="0"/>
              </a:spcBef>
              <a:spcAft>
                <a:spcPts val="0"/>
              </a:spcAft>
              <a:buClr>
                <a:schemeClr val="dk1"/>
              </a:buClr>
              <a:buSzPts val="10700"/>
              <a:buNone/>
              <a:defRPr sz="10700">
                <a:solidFill>
                  <a:schemeClr val="dk1"/>
                </a:solidFill>
              </a:defRPr>
            </a:lvl8pPr>
            <a:lvl9pPr lvl="8">
              <a:spcBef>
                <a:spcPts val="0"/>
              </a:spcBef>
              <a:spcAft>
                <a:spcPts val="0"/>
              </a:spcAft>
              <a:buClr>
                <a:schemeClr val="dk1"/>
              </a:buClr>
              <a:buSzPts val="10700"/>
              <a:buNone/>
              <a:defRPr sz="10700">
                <a:solidFill>
                  <a:schemeClr val="dk1"/>
                </a:solidFill>
              </a:defRPr>
            </a:lvl9pPr>
          </a:lstStyle>
          <a:p/>
        </p:txBody>
      </p:sp>
      <p:sp>
        <p:nvSpPr>
          <p:cNvPr id="7" name="Google Shape;7;p1"/>
          <p:cNvSpPr txBox="1"/>
          <p:nvPr>
            <p:ph idx="1" type="body"/>
          </p:nvPr>
        </p:nvSpPr>
        <p:spPr>
          <a:xfrm>
            <a:off x="1122120" y="4917227"/>
            <a:ext cx="30674100" cy="14576700"/>
          </a:xfrm>
          <a:prstGeom prst="rect">
            <a:avLst/>
          </a:prstGeom>
          <a:noFill/>
          <a:ln>
            <a:noFill/>
          </a:ln>
        </p:spPr>
        <p:txBody>
          <a:bodyPr anchorCtr="0" anchor="t" bIns="349450" lIns="349450" spcFirstLastPara="1" rIns="349450" wrap="square" tIns="349450">
            <a:normAutofit/>
          </a:bodyPr>
          <a:lstStyle>
            <a:lvl1pPr indent="-666750" lvl="0" marL="457200">
              <a:lnSpc>
                <a:spcPct val="115000"/>
              </a:lnSpc>
              <a:spcBef>
                <a:spcPts val="0"/>
              </a:spcBef>
              <a:spcAft>
                <a:spcPts val="0"/>
              </a:spcAft>
              <a:buClr>
                <a:schemeClr val="dk2"/>
              </a:buClr>
              <a:buSzPts val="6900"/>
              <a:buChar char="●"/>
              <a:defRPr sz="6900">
                <a:solidFill>
                  <a:schemeClr val="dk2"/>
                </a:solidFill>
              </a:defRPr>
            </a:lvl1pPr>
            <a:lvl2pPr indent="-571500" lvl="1" marL="914400">
              <a:lnSpc>
                <a:spcPct val="115000"/>
              </a:lnSpc>
              <a:spcBef>
                <a:spcPts val="0"/>
              </a:spcBef>
              <a:spcAft>
                <a:spcPts val="0"/>
              </a:spcAft>
              <a:buClr>
                <a:schemeClr val="dk2"/>
              </a:buClr>
              <a:buSzPts val="5400"/>
              <a:buChar char="○"/>
              <a:defRPr sz="5400">
                <a:solidFill>
                  <a:schemeClr val="dk2"/>
                </a:solidFill>
              </a:defRPr>
            </a:lvl2pPr>
            <a:lvl3pPr indent="-571500" lvl="2" marL="1371600">
              <a:lnSpc>
                <a:spcPct val="115000"/>
              </a:lnSpc>
              <a:spcBef>
                <a:spcPts val="0"/>
              </a:spcBef>
              <a:spcAft>
                <a:spcPts val="0"/>
              </a:spcAft>
              <a:buClr>
                <a:schemeClr val="dk2"/>
              </a:buClr>
              <a:buSzPts val="5400"/>
              <a:buChar char="■"/>
              <a:defRPr sz="5400">
                <a:solidFill>
                  <a:schemeClr val="dk2"/>
                </a:solidFill>
              </a:defRPr>
            </a:lvl3pPr>
            <a:lvl4pPr indent="-571500" lvl="3" marL="1828800">
              <a:lnSpc>
                <a:spcPct val="115000"/>
              </a:lnSpc>
              <a:spcBef>
                <a:spcPts val="0"/>
              </a:spcBef>
              <a:spcAft>
                <a:spcPts val="0"/>
              </a:spcAft>
              <a:buClr>
                <a:schemeClr val="dk2"/>
              </a:buClr>
              <a:buSzPts val="5400"/>
              <a:buChar char="●"/>
              <a:defRPr sz="5400">
                <a:solidFill>
                  <a:schemeClr val="dk2"/>
                </a:solidFill>
              </a:defRPr>
            </a:lvl4pPr>
            <a:lvl5pPr indent="-571500" lvl="4" marL="2286000">
              <a:lnSpc>
                <a:spcPct val="115000"/>
              </a:lnSpc>
              <a:spcBef>
                <a:spcPts val="0"/>
              </a:spcBef>
              <a:spcAft>
                <a:spcPts val="0"/>
              </a:spcAft>
              <a:buClr>
                <a:schemeClr val="dk2"/>
              </a:buClr>
              <a:buSzPts val="5400"/>
              <a:buChar char="○"/>
              <a:defRPr sz="5400">
                <a:solidFill>
                  <a:schemeClr val="dk2"/>
                </a:solidFill>
              </a:defRPr>
            </a:lvl5pPr>
            <a:lvl6pPr indent="-571500" lvl="5" marL="2743200">
              <a:lnSpc>
                <a:spcPct val="115000"/>
              </a:lnSpc>
              <a:spcBef>
                <a:spcPts val="0"/>
              </a:spcBef>
              <a:spcAft>
                <a:spcPts val="0"/>
              </a:spcAft>
              <a:buClr>
                <a:schemeClr val="dk2"/>
              </a:buClr>
              <a:buSzPts val="5400"/>
              <a:buChar char="■"/>
              <a:defRPr sz="5400">
                <a:solidFill>
                  <a:schemeClr val="dk2"/>
                </a:solidFill>
              </a:defRPr>
            </a:lvl6pPr>
            <a:lvl7pPr indent="-571500" lvl="6" marL="3200400">
              <a:lnSpc>
                <a:spcPct val="115000"/>
              </a:lnSpc>
              <a:spcBef>
                <a:spcPts val="0"/>
              </a:spcBef>
              <a:spcAft>
                <a:spcPts val="0"/>
              </a:spcAft>
              <a:buClr>
                <a:schemeClr val="dk2"/>
              </a:buClr>
              <a:buSzPts val="5400"/>
              <a:buChar char="●"/>
              <a:defRPr sz="5400">
                <a:solidFill>
                  <a:schemeClr val="dk2"/>
                </a:solidFill>
              </a:defRPr>
            </a:lvl7pPr>
            <a:lvl8pPr indent="-571500" lvl="7" marL="3657600">
              <a:lnSpc>
                <a:spcPct val="115000"/>
              </a:lnSpc>
              <a:spcBef>
                <a:spcPts val="0"/>
              </a:spcBef>
              <a:spcAft>
                <a:spcPts val="0"/>
              </a:spcAft>
              <a:buClr>
                <a:schemeClr val="dk2"/>
              </a:buClr>
              <a:buSzPts val="5400"/>
              <a:buChar char="○"/>
              <a:defRPr sz="5400">
                <a:solidFill>
                  <a:schemeClr val="dk2"/>
                </a:solidFill>
              </a:defRPr>
            </a:lvl8pPr>
            <a:lvl9pPr indent="-571500" lvl="8" marL="4114800">
              <a:lnSpc>
                <a:spcPct val="115000"/>
              </a:lnSpc>
              <a:spcBef>
                <a:spcPts val="0"/>
              </a:spcBef>
              <a:spcAft>
                <a:spcPts val="0"/>
              </a:spcAft>
              <a:buClr>
                <a:schemeClr val="dk2"/>
              </a:buClr>
              <a:buSzPts val="5400"/>
              <a:buChar char="■"/>
              <a:defRPr sz="5400">
                <a:solidFill>
                  <a:schemeClr val="dk2"/>
                </a:solidFill>
              </a:defRPr>
            </a:lvl9pPr>
          </a:lstStyle>
          <a:p/>
        </p:txBody>
      </p:sp>
      <p:sp>
        <p:nvSpPr>
          <p:cNvPr id="8" name="Google Shape;8;p1"/>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lvl="0" algn="r">
              <a:buNone/>
              <a:defRPr sz="3800">
                <a:solidFill>
                  <a:schemeClr val="dk2"/>
                </a:solidFill>
              </a:defRPr>
            </a:lvl1pPr>
            <a:lvl2pPr lvl="1" algn="r">
              <a:buNone/>
              <a:defRPr sz="3800">
                <a:solidFill>
                  <a:schemeClr val="dk2"/>
                </a:solidFill>
              </a:defRPr>
            </a:lvl2pPr>
            <a:lvl3pPr lvl="2" algn="r">
              <a:buNone/>
              <a:defRPr sz="3800">
                <a:solidFill>
                  <a:schemeClr val="dk2"/>
                </a:solidFill>
              </a:defRPr>
            </a:lvl3pPr>
            <a:lvl4pPr lvl="3" algn="r">
              <a:buNone/>
              <a:defRPr sz="3800">
                <a:solidFill>
                  <a:schemeClr val="dk2"/>
                </a:solidFill>
              </a:defRPr>
            </a:lvl4pPr>
            <a:lvl5pPr lvl="4" algn="r">
              <a:buNone/>
              <a:defRPr sz="3800">
                <a:solidFill>
                  <a:schemeClr val="dk2"/>
                </a:solidFill>
              </a:defRPr>
            </a:lvl5pPr>
            <a:lvl6pPr lvl="5" algn="r">
              <a:buNone/>
              <a:defRPr sz="3800">
                <a:solidFill>
                  <a:schemeClr val="dk2"/>
                </a:solidFill>
              </a:defRPr>
            </a:lvl6pPr>
            <a:lvl7pPr lvl="6" algn="r">
              <a:buNone/>
              <a:defRPr sz="3800">
                <a:solidFill>
                  <a:schemeClr val="dk2"/>
                </a:solidFill>
              </a:defRPr>
            </a:lvl7pPr>
            <a:lvl8pPr lvl="7" algn="r">
              <a:buNone/>
              <a:defRPr sz="3800">
                <a:solidFill>
                  <a:schemeClr val="dk2"/>
                </a:solidFill>
              </a:defRPr>
            </a:lvl8pPr>
            <a:lvl9pPr lvl="8" algn="r">
              <a:buNone/>
              <a:defRPr sz="38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hyperlink" Target="https://arxiv.org/abs/2508.00832" TargetMode="External"/><Relationship Id="rId9" Type="http://schemas.openxmlformats.org/officeDocument/2006/relationships/image" Target="../media/image1.png"/><Relationship Id="rId5" Type="http://schemas.openxmlformats.org/officeDocument/2006/relationships/hyperlink" Target="https://arstechnica.com/security/2026/02/google-is-using-clever-math-to-quantum-proof-https-certificates/" TargetMode="External"/><Relationship Id="rId6" Type="http://schemas.openxmlformats.org/officeDocument/2006/relationships/hyperlink" Target="https://security.googleblog.com/2024/08/post-quantum-cryptography-standards.html" TargetMode="External"/><Relationship Id="rId7" Type="http://schemas.openxmlformats.org/officeDocument/2006/relationships/image" Target="../media/image3.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8075700" y="302600"/>
            <a:ext cx="16873800" cy="430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t>Classical vs. Post-Quantum Cryptography: </a:t>
            </a:r>
            <a:endParaRPr b="1" sz="3600"/>
          </a:p>
          <a:p>
            <a:pPr indent="0" lvl="0" marL="0" rtl="0" algn="ctr">
              <a:spcBef>
                <a:spcPts val="0"/>
              </a:spcBef>
              <a:spcAft>
                <a:spcPts val="0"/>
              </a:spcAft>
              <a:buNone/>
            </a:pPr>
            <a:r>
              <a:rPr b="1" lang="en" sz="3600"/>
              <a:t>A Performance and Implementation Comparison</a:t>
            </a:r>
            <a:endParaRPr b="1" sz="3600"/>
          </a:p>
          <a:p>
            <a:pPr indent="0" lvl="0" marL="0" rtl="0" algn="ctr">
              <a:spcBef>
                <a:spcPts val="0"/>
              </a:spcBef>
              <a:spcAft>
                <a:spcPts val="0"/>
              </a:spcAft>
              <a:buClr>
                <a:schemeClr val="dk1"/>
              </a:buClr>
              <a:buSzPts val="1100"/>
              <a:buFont typeface="Arial"/>
              <a:buNone/>
            </a:pPr>
            <a:r>
              <a:t/>
            </a:r>
            <a:endParaRPr b="1" sz="3600"/>
          </a:p>
          <a:p>
            <a:pPr indent="0" lvl="0" marL="0" rtl="0" algn="ctr">
              <a:spcBef>
                <a:spcPts val="0"/>
              </a:spcBef>
              <a:spcAft>
                <a:spcPts val="0"/>
              </a:spcAft>
              <a:buClr>
                <a:schemeClr val="dk1"/>
              </a:buClr>
              <a:buSzPts val="1100"/>
              <a:buFont typeface="Arial"/>
              <a:buNone/>
            </a:pPr>
            <a:r>
              <a:rPr b="1" lang="en" sz="3200">
                <a:solidFill>
                  <a:schemeClr val="dk1"/>
                </a:solidFill>
              </a:rPr>
              <a:t>Allison Buckingham and Faith Puppala</a:t>
            </a:r>
            <a:endParaRPr b="1" sz="3200">
              <a:solidFill>
                <a:schemeClr val="dk1"/>
              </a:solidFill>
            </a:endParaRPr>
          </a:p>
          <a:p>
            <a:pPr indent="0" lvl="0" marL="0" rtl="0" algn="ctr">
              <a:spcBef>
                <a:spcPts val="0"/>
              </a:spcBef>
              <a:spcAft>
                <a:spcPts val="0"/>
              </a:spcAft>
              <a:buClr>
                <a:schemeClr val="dk1"/>
              </a:buClr>
              <a:buSzPts val="1100"/>
              <a:buFont typeface="Arial"/>
              <a:buNone/>
            </a:pPr>
            <a:r>
              <a:rPr b="1" lang="en" sz="3200">
                <a:solidFill>
                  <a:schemeClr val="dk1"/>
                </a:solidFill>
              </a:rPr>
              <a:t>School of Computing</a:t>
            </a:r>
            <a:endParaRPr b="1" sz="3200">
              <a:solidFill>
                <a:schemeClr val="dk1"/>
              </a:solidFill>
            </a:endParaRPr>
          </a:p>
          <a:p>
            <a:pPr indent="0" lvl="0" marL="0" rtl="0" algn="ctr">
              <a:spcBef>
                <a:spcPts val="0"/>
              </a:spcBef>
              <a:spcAft>
                <a:spcPts val="0"/>
              </a:spcAft>
              <a:buClr>
                <a:schemeClr val="dk1"/>
              </a:buClr>
              <a:buSzPts val="1100"/>
              <a:buFont typeface="Arial"/>
              <a:buNone/>
            </a:pPr>
            <a:r>
              <a:rPr b="1" lang="en" sz="3200">
                <a:solidFill>
                  <a:schemeClr val="dk1"/>
                </a:solidFill>
              </a:rPr>
              <a:t>Faculty Mentor: Stefan A. Robila</a:t>
            </a:r>
            <a:r>
              <a:rPr b="1" lang="en" sz="3200">
                <a:solidFill>
                  <a:schemeClr val="dk1"/>
                </a:solidFill>
              </a:rPr>
              <a:t> </a:t>
            </a:r>
            <a:endParaRPr b="1" sz="3200">
              <a:solidFill>
                <a:schemeClr val="dk1"/>
              </a:solidFill>
            </a:endParaRPr>
          </a:p>
          <a:p>
            <a:pPr indent="0" lvl="0" marL="0" rtl="0" algn="ctr">
              <a:spcBef>
                <a:spcPts val="0"/>
              </a:spcBef>
              <a:spcAft>
                <a:spcPts val="0"/>
              </a:spcAft>
              <a:buClr>
                <a:schemeClr val="dk1"/>
              </a:buClr>
              <a:buSzPts val="1100"/>
              <a:buFont typeface="Arial"/>
              <a:buNone/>
            </a:pPr>
            <a:r>
              <a:t/>
            </a:r>
            <a:endParaRPr b="1" sz="3600">
              <a:solidFill>
                <a:schemeClr val="dk1"/>
              </a:solidFill>
            </a:endParaRPr>
          </a:p>
          <a:p>
            <a:pPr indent="0" lvl="0" marL="0" rtl="0" algn="ctr">
              <a:spcBef>
                <a:spcPts val="0"/>
              </a:spcBef>
              <a:spcAft>
                <a:spcPts val="0"/>
              </a:spcAft>
              <a:buNone/>
            </a:pPr>
            <a:r>
              <a:t/>
            </a:r>
            <a:endParaRPr sz="4800"/>
          </a:p>
          <a:p>
            <a:pPr indent="0" lvl="0" marL="0" rtl="0" algn="ctr">
              <a:spcBef>
                <a:spcPts val="0"/>
              </a:spcBef>
              <a:spcAft>
                <a:spcPts val="0"/>
              </a:spcAft>
              <a:buNone/>
            </a:pPr>
            <a:r>
              <a:t/>
            </a:r>
            <a:endParaRPr sz="4800"/>
          </a:p>
        </p:txBody>
      </p:sp>
      <p:sp>
        <p:nvSpPr>
          <p:cNvPr id="55" name="Google Shape;55;p13"/>
          <p:cNvSpPr txBox="1"/>
          <p:nvPr/>
        </p:nvSpPr>
        <p:spPr>
          <a:xfrm>
            <a:off x="12404850" y="4869952"/>
            <a:ext cx="9655500" cy="4494900"/>
          </a:xfrm>
          <a:prstGeom prst="rect">
            <a:avLst/>
          </a:prstGeom>
          <a:noFill/>
          <a:ln cap="flat" cmpd="sng" w="762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Clr>
                <a:schemeClr val="dk1"/>
              </a:buClr>
              <a:buSzPts val="1100"/>
              <a:buFont typeface="Arial"/>
              <a:buNone/>
            </a:pPr>
            <a:r>
              <a:rPr lang="en" sz="2300">
                <a:solidFill>
                  <a:schemeClr val="dk1"/>
                </a:solidFill>
              </a:rPr>
              <a:t>We implemented two classical algorithms (Elliptic Curve Digital Signature Algorithm (ECDSA) and Elliptic Curve Diffie-Hellman (ECDH) on the P-256 curve) alongside their post-quantum counterparts recently standardized by the National Institute of Standards and Technology </a:t>
            </a:r>
            <a:endParaRPr sz="2300">
              <a:solidFill>
                <a:schemeClr val="dk1"/>
              </a:solidFill>
            </a:endParaRPr>
          </a:p>
          <a:p>
            <a:pPr indent="457200" lvl="0" marL="0" rtl="0" algn="l">
              <a:lnSpc>
                <a:spcPct val="115000"/>
              </a:lnSpc>
              <a:spcBef>
                <a:spcPts val="1200"/>
              </a:spcBef>
              <a:spcAft>
                <a:spcPts val="1200"/>
              </a:spcAft>
              <a:buClr>
                <a:schemeClr val="dk1"/>
              </a:buClr>
              <a:buSzPts val="1100"/>
              <a:buFont typeface="Arial"/>
              <a:buNone/>
            </a:pPr>
            <a:r>
              <a:rPr lang="en" sz="2300">
                <a:solidFill>
                  <a:schemeClr val="dk1"/>
                </a:solidFill>
              </a:rPr>
              <a:t>(NIST): ML-DSA-44 for digital signatures and ML-KEM-768 for secure key exchange. A Python-based web application allows interactive side-by-side comparison and the ability to upload a csv to upload a list of messages. Results are shown on a comparison page as raw data and as charts.</a:t>
            </a:r>
            <a:endParaRPr sz="2300">
              <a:solidFill>
                <a:schemeClr val="dk1"/>
              </a:solidFill>
            </a:endParaRPr>
          </a:p>
        </p:txBody>
      </p:sp>
      <p:sp>
        <p:nvSpPr>
          <p:cNvPr id="56" name="Google Shape;56;p13"/>
          <p:cNvSpPr txBox="1"/>
          <p:nvPr/>
        </p:nvSpPr>
        <p:spPr>
          <a:xfrm>
            <a:off x="23329675" y="4469625"/>
            <a:ext cx="9655500" cy="30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highlight>
                <a:srgbClr val="EA9999"/>
              </a:highlight>
            </a:endParaRPr>
          </a:p>
          <a:p>
            <a:pPr indent="457200" lvl="0" marL="0" rtl="0" algn="l">
              <a:spcBef>
                <a:spcPts val="0"/>
              </a:spcBef>
              <a:spcAft>
                <a:spcPts val="0"/>
              </a:spcAft>
              <a:buNone/>
            </a:pPr>
            <a:r>
              <a:t/>
            </a:r>
            <a:endParaRPr sz="2400"/>
          </a:p>
        </p:txBody>
      </p:sp>
      <p:sp>
        <p:nvSpPr>
          <p:cNvPr id="57" name="Google Shape;57;p13"/>
          <p:cNvSpPr txBox="1"/>
          <p:nvPr/>
        </p:nvSpPr>
        <p:spPr>
          <a:xfrm>
            <a:off x="4101675" y="21672150"/>
            <a:ext cx="7814100" cy="12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600"/>
          </a:p>
        </p:txBody>
      </p:sp>
      <p:sp>
        <p:nvSpPr>
          <p:cNvPr id="58" name="Google Shape;58;p13"/>
          <p:cNvSpPr txBox="1"/>
          <p:nvPr/>
        </p:nvSpPr>
        <p:spPr>
          <a:xfrm>
            <a:off x="3620800" y="20784125"/>
            <a:ext cx="5019900" cy="15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2"/>
              </a:solidFill>
            </a:endParaRPr>
          </a:p>
          <a:p>
            <a:pPr indent="0" lvl="0" marL="0" rtl="0" algn="l">
              <a:spcBef>
                <a:spcPts val="0"/>
              </a:spcBef>
              <a:spcAft>
                <a:spcPts val="0"/>
              </a:spcAft>
              <a:buNone/>
            </a:pPr>
            <a:r>
              <a:t/>
            </a:r>
            <a:endParaRPr sz="3600">
              <a:highlight>
                <a:srgbClr val="FFFF00"/>
              </a:highlight>
            </a:endParaRPr>
          </a:p>
        </p:txBody>
      </p:sp>
      <p:sp>
        <p:nvSpPr>
          <p:cNvPr id="59" name="Google Shape;59;p13"/>
          <p:cNvSpPr txBox="1"/>
          <p:nvPr/>
        </p:nvSpPr>
        <p:spPr>
          <a:xfrm>
            <a:off x="672088" y="4869950"/>
            <a:ext cx="10917300" cy="4494900"/>
          </a:xfrm>
          <a:prstGeom prst="rect">
            <a:avLst/>
          </a:prstGeom>
          <a:noFill/>
          <a:ln cap="flat" cmpd="sng" w="762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457200" lvl="0" marL="0" rtl="0" algn="l">
              <a:spcBef>
                <a:spcPts val="0"/>
              </a:spcBef>
              <a:spcAft>
                <a:spcPts val="0"/>
              </a:spcAft>
              <a:buNone/>
            </a:pPr>
            <a:r>
              <a:rPr lang="en" sz="2300"/>
              <a:t>The objective of our project was to show the performance differences between public key cryptography and post-quantum cryptography. Post-quantum </a:t>
            </a:r>
            <a:r>
              <a:rPr lang="en" sz="2300">
                <a:solidFill>
                  <a:schemeClr val="dk1"/>
                </a:solidFill>
              </a:rPr>
              <a:t>cryptography </a:t>
            </a:r>
            <a:r>
              <a:rPr lang="en" sz="2300"/>
              <a:t>by design takes a lot more computational resources and time as compared to classical </a:t>
            </a:r>
            <a:r>
              <a:rPr lang="en" sz="2300">
                <a:solidFill>
                  <a:schemeClr val="dk1"/>
                </a:solidFill>
              </a:rPr>
              <a:t>cryptography</a:t>
            </a:r>
            <a:r>
              <a:rPr lang="en" sz="2300"/>
              <a:t>. </a:t>
            </a:r>
            <a:endParaRPr sz="2300"/>
          </a:p>
          <a:p>
            <a:pPr indent="457200" lvl="0" marL="0" rtl="0" algn="l">
              <a:lnSpc>
                <a:spcPct val="115000"/>
              </a:lnSpc>
              <a:spcBef>
                <a:spcPts val="1200"/>
              </a:spcBef>
              <a:spcAft>
                <a:spcPts val="1200"/>
              </a:spcAft>
              <a:buClr>
                <a:schemeClr val="dk1"/>
              </a:buClr>
              <a:buSzPts val="1100"/>
              <a:buFont typeface="Arial"/>
              <a:buNone/>
            </a:pPr>
            <a:r>
              <a:rPr lang="en" sz="2300">
                <a:solidFill>
                  <a:schemeClr val="dk1"/>
                </a:solidFill>
              </a:rPr>
              <a:t>Much of modern digital security relies on encryption algorithms that protect everything from online banking to interpersonal communication. Security relies heavily on key based cryptographic methods; with many based on number theory and concepts that rely on how difficult it is to complete a specific computation (such as factoring a large number). These approaches are vulnerable to future quantum computers, which could break them far faster than classical machines.</a:t>
            </a:r>
            <a:endParaRPr sz="2300"/>
          </a:p>
        </p:txBody>
      </p:sp>
      <p:sp>
        <p:nvSpPr>
          <p:cNvPr id="60" name="Google Shape;60;p13"/>
          <p:cNvSpPr txBox="1"/>
          <p:nvPr/>
        </p:nvSpPr>
        <p:spPr>
          <a:xfrm>
            <a:off x="7848213" y="10940525"/>
            <a:ext cx="4097400" cy="162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3600"/>
          </a:p>
          <a:p>
            <a:pPr indent="0" lvl="0" marL="0" rtl="0" algn="l">
              <a:spcBef>
                <a:spcPts val="0"/>
              </a:spcBef>
              <a:spcAft>
                <a:spcPts val="0"/>
              </a:spcAft>
              <a:buNone/>
            </a:pPr>
            <a:r>
              <a:t/>
            </a:r>
            <a:endParaRPr sz="3600"/>
          </a:p>
        </p:txBody>
      </p:sp>
      <p:sp>
        <p:nvSpPr>
          <p:cNvPr id="61" name="Google Shape;61;p13"/>
          <p:cNvSpPr txBox="1"/>
          <p:nvPr/>
        </p:nvSpPr>
        <p:spPr>
          <a:xfrm>
            <a:off x="22778425" y="4869950"/>
            <a:ext cx="9574800" cy="5018400"/>
          </a:xfrm>
          <a:prstGeom prst="rect">
            <a:avLst/>
          </a:prstGeom>
          <a:noFill/>
          <a:ln cap="flat" cmpd="sng" w="762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300"/>
              <a:t>NIST (National Institute of Standards and Technology). We read the standards available for classical encryption. SP 800-56A for key agreement and SP 800-186 for approved curves.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NIST </a:t>
            </a:r>
            <a:r>
              <a:rPr lang="en" sz="2300"/>
              <a:t>finalized FIPS 204 in August 2024, designating the Module-Lattice-Based Digital Signature Algorithm (ML-DSA) as the primary standard for quantum-resistant digital signatures.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Shor’s algorithm developed by Peter Shor in 1994 is the still the leader in being one of the only algorithms to use quantum computing in a way that classical computing cannot. It describes a mechanism by which quantum computers can find prime factors far more efficiently than their classical counterparts.</a:t>
            </a:r>
            <a:endParaRPr sz="2300"/>
          </a:p>
        </p:txBody>
      </p:sp>
      <p:sp>
        <p:nvSpPr>
          <p:cNvPr id="62" name="Google Shape;62;p13"/>
          <p:cNvSpPr txBox="1"/>
          <p:nvPr/>
        </p:nvSpPr>
        <p:spPr>
          <a:xfrm>
            <a:off x="24949577" y="17535359"/>
            <a:ext cx="3468000" cy="103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4000">
              <a:highlight>
                <a:srgbClr val="EA9999"/>
              </a:highlight>
            </a:endParaRPr>
          </a:p>
        </p:txBody>
      </p:sp>
      <p:sp>
        <p:nvSpPr>
          <p:cNvPr id="63" name="Google Shape;63;p13"/>
          <p:cNvSpPr txBox="1"/>
          <p:nvPr/>
        </p:nvSpPr>
        <p:spPr>
          <a:xfrm>
            <a:off x="24970525" y="2108875"/>
            <a:ext cx="6373800" cy="13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Acknowledgement</a:t>
            </a:r>
            <a:endParaRPr sz="1800"/>
          </a:p>
          <a:p>
            <a:pPr indent="0" lvl="0" marL="0" rtl="0" algn="l">
              <a:spcBef>
                <a:spcPts val="0"/>
              </a:spcBef>
              <a:spcAft>
                <a:spcPts val="0"/>
              </a:spcAft>
              <a:buNone/>
            </a:pPr>
            <a:r>
              <a:rPr lang="en" sz="1550">
                <a:solidFill>
                  <a:srgbClr val="242424"/>
                </a:solidFill>
                <a:highlight>
                  <a:srgbClr val="FFFFFF"/>
                </a:highlight>
                <a:latin typeface="Roboto"/>
                <a:ea typeface="Roboto"/>
                <a:cs typeface="Roboto"/>
                <a:sym typeface="Roboto"/>
              </a:rPr>
              <a:t>Project Developped as part of the CSIT 567/697: Course</a:t>
            </a:r>
            <a:endParaRPr sz="1800"/>
          </a:p>
        </p:txBody>
      </p:sp>
      <p:sp>
        <p:nvSpPr>
          <p:cNvPr id="64" name="Google Shape;64;p13"/>
          <p:cNvSpPr/>
          <p:nvPr/>
        </p:nvSpPr>
        <p:spPr>
          <a:xfrm>
            <a:off x="14554788" y="3883088"/>
            <a:ext cx="5355600" cy="772800"/>
          </a:xfrm>
          <a:prstGeom prst="roundRect">
            <a:avLst>
              <a:gd fmla="val 16667" name="adj"/>
            </a:avLst>
          </a:prstGeom>
          <a:solidFill>
            <a:srgbClr val="D2143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900">
                <a:solidFill>
                  <a:schemeClr val="lt1"/>
                </a:solidFill>
              </a:rPr>
              <a:t>Abstract</a:t>
            </a:r>
            <a:endParaRPr b="1" sz="3900">
              <a:solidFill>
                <a:schemeClr val="lt1"/>
              </a:solidFill>
            </a:endParaRPr>
          </a:p>
        </p:txBody>
      </p:sp>
      <p:sp>
        <p:nvSpPr>
          <p:cNvPr id="65" name="Google Shape;65;p13"/>
          <p:cNvSpPr/>
          <p:nvPr/>
        </p:nvSpPr>
        <p:spPr>
          <a:xfrm>
            <a:off x="3452975" y="3883100"/>
            <a:ext cx="5355600" cy="772800"/>
          </a:xfrm>
          <a:prstGeom prst="roundRect">
            <a:avLst>
              <a:gd fmla="val 16667" name="adj"/>
            </a:avLst>
          </a:prstGeom>
          <a:solidFill>
            <a:srgbClr val="D2143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900">
                <a:solidFill>
                  <a:schemeClr val="lt1"/>
                </a:solidFill>
              </a:rPr>
              <a:t>Objective</a:t>
            </a:r>
            <a:endParaRPr b="1" sz="3900">
              <a:solidFill>
                <a:schemeClr val="lt1"/>
              </a:solidFill>
            </a:endParaRPr>
          </a:p>
        </p:txBody>
      </p:sp>
      <p:sp>
        <p:nvSpPr>
          <p:cNvPr id="66" name="Google Shape;66;p13"/>
          <p:cNvSpPr/>
          <p:nvPr/>
        </p:nvSpPr>
        <p:spPr>
          <a:xfrm>
            <a:off x="24888013" y="3883088"/>
            <a:ext cx="5355600" cy="772800"/>
          </a:xfrm>
          <a:prstGeom prst="roundRect">
            <a:avLst>
              <a:gd fmla="val 16667" name="adj"/>
            </a:avLst>
          </a:prstGeom>
          <a:solidFill>
            <a:srgbClr val="D2143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900">
                <a:solidFill>
                  <a:schemeClr val="lt1"/>
                </a:solidFill>
              </a:rPr>
              <a:t>Research</a:t>
            </a:r>
            <a:endParaRPr b="1" sz="3900">
              <a:solidFill>
                <a:schemeClr val="lt1"/>
              </a:solidFill>
            </a:endParaRPr>
          </a:p>
        </p:txBody>
      </p:sp>
      <p:sp>
        <p:nvSpPr>
          <p:cNvPr id="67" name="Google Shape;67;p13"/>
          <p:cNvSpPr/>
          <p:nvPr/>
        </p:nvSpPr>
        <p:spPr>
          <a:xfrm>
            <a:off x="24172075" y="15776163"/>
            <a:ext cx="5558400" cy="1686000"/>
          </a:xfrm>
          <a:prstGeom prst="roundRect">
            <a:avLst>
              <a:gd fmla="val 16667" name="adj"/>
            </a:avLst>
          </a:prstGeom>
          <a:solidFill>
            <a:srgbClr val="D2143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900">
                <a:solidFill>
                  <a:schemeClr val="lt1"/>
                </a:solidFill>
              </a:rPr>
              <a:t>References</a:t>
            </a:r>
            <a:endParaRPr b="1" sz="3900">
              <a:solidFill>
                <a:schemeClr val="lt1"/>
              </a:solidFill>
            </a:endParaRPr>
          </a:p>
        </p:txBody>
      </p:sp>
      <p:pic>
        <p:nvPicPr>
          <p:cNvPr id="68" name="Google Shape;68;p13"/>
          <p:cNvPicPr preferRelativeResize="0"/>
          <p:nvPr/>
        </p:nvPicPr>
        <p:blipFill>
          <a:blip r:embed="rId3">
            <a:alphaModFix/>
          </a:blip>
          <a:stretch>
            <a:fillRect/>
          </a:stretch>
        </p:blipFill>
        <p:spPr>
          <a:xfrm>
            <a:off x="1342625" y="1068875"/>
            <a:ext cx="6968402" cy="1398432"/>
          </a:xfrm>
          <a:prstGeom prst="rect">
            <a:avLst/>
          </a:prstGeom>
          <a:noFill/>
          <a:ln>
            <a:noFill/>
          </a:ln>
        </p:spPr>
      </p:pic>
      <p:sp>
        <p:nvSpPr>
          <p:cNvPr id="69" name="Google Shape;69;p13"/>
          <p:cNvSpPr txBox="1"/>
          <p:nvPr/>
        </p:nvSpPr>
        <p:spPr>
          <a:xfrm>
            <a:off x="18740175" y="13266125"/>
            <a:ext cx="1203300" cy="326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3452938" y="10199988"/>
            <a:ext cx="5355600" cy="772800"/>
          </a:xfrm>
          <a:prstGeom prst="roundRect">
            <a:avLst>
              <a:gd fmla="val 16667" name="adj"/>
            </a:avLst>
          </a:prstGeom>
          <a:solidFill>
            <a:srgbClr val="D2143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900">
                <a:solidFill>
                  <a:srgbClr val="FFFFFF"/>
                </a:solidFill>
              </a:rPr>
              <a:t>Results</a:t>
            </a:r>
            <a:endParaRPr b="1" sz="3900">
              <a:solidFill>
                <a:srgbClr val="FFFFFF"/>
              </a:solidFill>
            </a:endParaRPr>
          </a:p>
        </p:txBody>
      </p:sp>
      <p:sp>
        <p:nvSpPr>
          <p:cNvPr id="71" name="Google Shape;71;p13"/>
          <p:cNvSpPr txBox="1"/>
          <p:nvPr/>
        </p:nvSpPr>
        <p:spPr>
          <a:xfrm>
            <a:off x="22778425" y="17930850"/>
            <a:ext cx="8345700" cy="3918900"/>
          </a:xfrm>
          <a:prstGeom prst="rect">
            <a:avLst/>
          </a:prstGeom>
          <a:noFill/>
          <a:ln cap="flat" cmpd="sng" w="762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228600" rtl="0" algn="just">
              <a:lnSpc>
                <a:spcPct val="75000"/>
              </a:lnSpc>
              <a:spcBef>
                <a:spcPts val="0"/>
              </a:spcBef>
              <a:spcAft>
                <a:spcPts val="0"/>
              </a:spcAft>
              <a:buClr>
                <a:schemeClr val="dk1"/>
              </a:buClr>
              <a:buSzPts val="1100"/>
              <a:buFont typeface="Arial"/>
              <a:buNone/>
            </a:pPr>
            <a:r>
              <a:rPr lang="en" sz="2400">
                <a:solidFill>
                  <a:schemeClr val="dk1"/>
                </a:solidFill>
              </a:rPr>
              <a:t>[1] A. Scrivano, “A Comparative Study of Classical and Post-Quantum Cryptographic Algorithms in the Era of Quantum Computing,” arXiv:2508.00832, 2025. [Online]. Available: </a:t>
            </a:r>
            <a:r>
              <a:rPr lang="en" sz="2400" u="sng">
                <a:solidFill>
                  <a:schemeClr val="hlink"/>
                </a:solidFill>
                <a:hlinkClick r:id="rId4"/>
              </a:rPr>
              <a:t>https://arxiv.org/abs/2508.00832</a:t>
            </a:r>
            <a:r>
              <a:rPr lang="en" sz="2400">
                <a:solidFill>
                  <a:schemeClr val="dk1"/>
                </a:solidFill>
              </a:rPr>
              <a:t> </a:t>
            </a:r>
            <a:endParaRPr sz="2400">
              <a:solidFill>
                <a:schemeClr val="dk1"/>
              </a:solidFill>
            </a:endParaRPr>
          </a:p>
          <a:p>
            <a:pPr indent="0" lvl="0" marL="228600" rtl="0" algn="just">
              <a:lnSpc>
                <a:spcPct val="75000"/>
              </a:lnSpc>
              <a:spcBef>
                <a:spcPts val="250"/>
              </a:spcBef>
              <a:spcAft>
                <a:spcPts val="0"/>
              </a:spcAft>
              <a:buNone/>
            </a:pPr>
            <a:r>
              <a:rPr lang="en" sz="2400">
                <a:solidFill>
                  <a:schemeClr val="dk1"/>
                </a:solidFill>
              </a:rPr>
              <a:t>[2] D. Goodin, “Google quantum-proofs HTTPS by squeezing 15kB of data into 700-byte space,” </a:t>
            </a:r>
            <a:r>
              <a:rPr i="1" lang="en" sz="2400">
                <a:solidFill>
                  <a:schemeClr val="dk1"/>
                </a:solidFill>
              </a:rPr>
              <a:t>Ars Technica</a:t>
            </a:r>
            <a:r>
              <a:rPr lang="en" sz="2400">
                <a:solidFill>
                  <a:schemeClr val="dk1"/>
                </a:solidFill>
              </a:rPr>
              <a:t>, Feb. 28, 2026. </a:t>
            </a:r>
            <a:r>
              <a:rPr lang="en" sz="2400" u="sng">
                <a:solidFill>
                  <a:schemeClr val="hlink"/>
                </a:solidFill>
                <a:hlinkClick r:id="rId5"/>
              </a:rPr>
              <a:t>https://arstechnica.com/security/2026/02/google-is-using-clever-math-to-quantum-proof-https-certificates/</a:t>
            </a:r>
            <a:endParaRPr sz="2400">
              <a:solidFill>
                <a:schemeClr val="dk1"/>
              </a:solidFill>
            </a:endParaRPr>
          </a:p>
          <a:p>
            <a:pPr indent="0" lvl="0" marL="228600" rtl="0" algn="just">
              <a:lnSpc>
                <a:spcPct val="75000"/>
              </a:lnSpc>
              <a:spcBef>
                <a:spcPts val="250"/>
              </a:spcBef>
              <a:spcAft>
                <a:spcPts val="250"/>
              </a:spcAft>
              <a:buClr>
                <a:schemeClr val="dk1"/>
              </a:buClr>
              <a:buSzPts val="1100"/>
              <a:buFont typeface="Arial"/>
              <a:buNone/>
            </a:pPr>
            <a:r>
              <a:rPr lang="en" sz="2400">
                <a:solidFill>
                  <a:schemeClr val="dk1"/>
                </a:solidFill>
              </a:rPr>
              <a:t>[3]  Google, “Post-Quantum Cryptography: Standards and Progress,” </a:t>
            </a:r>
            <a:r>
              <a:rPr i="1" lang="en" sz="2400">
                <a:solidFill>
                  <a:schemeClr val="dk1"/>
                </a:solidFill>
              </a:rPr>
              <a:t>Google Online Security Blog</a:t>
            </a:r>
            <a:r>
              <a:rPr lang="en" sz="2400">
                <a:solidFill>
                  <a:schemeClr val="dk1"/>
                </a:solidFill>
              </a:rPr>
              <a:t>, Aug. 13, 2024. </a:t>
            </a:r>
            <a:r>
              <a:rPr lang="en" sz="2400" u="sng">
                <a:solidFill>
                  <a:schemeClr val="hlink"/>
                </a:solidFill>
                <a:hlinkClick r:id="rId6"/>
              </a:rPr>
              <a:t>https://security.googleblog.com/2024/08/post-quantum-cryptography-standards.html</a:t>
            </a:r>
            <a:r>
              <a:rPr lang="en" sz="2400">
                <a:solidFill>
                  <a:schemeClr val="dk1"/>
                </a:solidFill>
              </a:rPr>
              <a:t> </a:t>
            </a:r>
            <a:endParaRPr sz="2400">
              <a:solidFill>
                <a:schemeClr val="dk1"/>
              </a:solidFill>
            </a:endParaRPr>
          </a:p>
        </p:txBody>
      </p:sp>
      <p:sp>
        <p:nvSpPr>
          <p:cNvPr id="72" name="Google Shape;72;p13"/>
          <p:cNvSpPr/>
          <p:nvPr/>
        </p:nvSpPr>
        <p:spPr>
          <a:xfrm flipH="1" rot="-226">
            <a:off x="6391500" y="17049989"/>
            <a:ext cx="9125400" cy="1170300"/>
          </a:xfrm>
          <a:prstGeom prst="roundRect">
            <a:avLst>
              <a:gd fmla="val 16667" name="adj"/>
            </a:avLst>
          </a:prstGeom>
          <a:solidFill>
            <a:srgbClr val="D2143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3900">
                <a:solidFill>
                  <a:srgbClr val="FFFFFF"/>
                </a:solidFill>
              </a:rPr>
              <a:t>Conclusion &amp; Future Work</a:t>
            </a:r>
            <a:endParaRPr b="1" sz="3900">
              <a:solidFill>
                <a:srgbClr val="FFFFFF"/>
              </a:solidFill>
            </a:endParaRPr>
          </a:p>
        </p:txBody>
      </p:sp>
      <p:sp>
        <p:nvSpPr>
          <p:cNvPr id="73" name="Google Shape;73;p13"/>
          <p:cNvSpPr txBox="1"/>
          <p:nvPr/>
        </p:nvSpPr>
        <p:spPr>
          <a:xfrm>
            <a:off x="473101" y="18927588"/>
            <a:ext cx="20962200" cy="1925400"/>
          </a:xfrm>
          <a:prstGeom prst="rect">
            <a:avLst/>
          </a:prstGeom>
          <a:noFill/>
          <a:ln cap="flat" cmpd="sng" w="76200">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chemeClr val="dk2"/>
                </a:solidFill>
              </a:rPr>
              <a:t>Post-quantum encryption takes about 40 times more resources than classical encryption. We encrypted only small messages but for large volumes of data, this will consume </a:t>
            </a:r>
            <a:r>
              <a:rPr lang="en" sz="2600">
                <a:solidFill>
                  <a:schemeClr val="dk2"/>
                </a:solidFill>
              </a:rPr>
              <a:t>substantial resources. Google Chrome has already enabled ML-KEM (PQC) by default for TLS 1.3.</a:t>
            </a:r>
            <a:endParaRPr sz="2600">
              <a:solidFill>
                <a:schemeClr val="dk2"/>
              </a:solidFill>
            </a:endParaRPr>
          </a:p>
          <a:p>
            <a:pPr indent="0" lvl="0" marL="0" rtl="0" algn="l">
              <a:spcBef>
                <a:spcPts val="0"/>
              </a:spcBef>
              <a:spcAft>
                <a:spcPts val="0"/>
              </a:spcAft>
              <a:buNone/>
            </a:pPr>
            <a:r>
              <a:rPr lang="en" sz="2600">
                <a:solidFill>
                  <a:schemeClr val="dk2"/>
                </a:solidFill>
              </a:rPr>
              <a:t>As PQC is deployed to the public, ways to improve the performance need to be found. Like many things, the main security threat is users who are frustrated that PQC is taking too long and turn it off, leaving them vulnerable. </a:t>
            </a:r>
            <a:endParaRPr sz="2600">
              <a:solidFill>
                <a:schemeClr val="dk2"/>
              </a:solidFill>
            </a:endParaRPr>
          </a:p>
        </p:txBody>
      </p:sp>
      <p:pic>
        <p:nvPicPr>
          <p:cNvPr id="74" name="Google Shape;74;p13"/>
          <p:cNvPicPr preferRelativeResize="0"/>
          <p:nvPr/>
        </p:nvPicPr>
        <p:blipFill>
          <a:blip r:embed="rId7">
            <a:alphaModFix/>
          </a:blip>
          <a:stretch>
            <a:fillRect/>
          </a:stretch>
        </p:blipFill>
        <p:spPr>
          <a:xfrm>
            <a:off x="28583525" y="561327"/>
            <a:ext cx="2224101" cy="1909124"/>
          </a:xfrm>
          <a:prstGeom prst="rect">
            <a:avLst/>
          </a:prstGeom>
          <a:noFill/>
          <a:ln>
            <a:noFill/>
          </a:ln>
        </p:spPr>
      </p:pic>
      <p:pic>
        <p:nvPicPr>
          <p:cNvPr id="75" name="Google Shape;75;p13"/>
          <p:cNvPicPr preferRelativeResize="0"/>
          <p:nvPr/>
        </p:nvPicPr>
        <p:blipFill>
          <a:blip r:embed="rId8">
            <a:alphaModFix/>
          </a:blip>
          <a:stretch>
            <a:fillRect/>
          </a:stretch>
        </p:blipFill>
        <p:spPr>
          <a:xfrm>
            <a:off x="473100" y="11312925"/>
            <a:ext cx="14329998" cy="3788701"/>
          </a:xfrm>
          <a:prstGeom prst="rect">
            <a:avLst/>
          </a:prstGeom>
          <a:noFill/>
          <a:ln cap="flat" cmpd="sng" w="76200">
            <a:solidFill>
              <a:schemeClr val="dk2"/>
            </a:solidFill>
            <a:prstDash val="solid"/>
            <a:round/>
            <a:headEnd len="sm" w="sm" type="none"/>
            <a:tailEnd len="sm" w="sm" type="none"/>
          </a:ln>
        </p:spPr>
      </p:pic>
      <p:pic>
        <p:nvPicPr>
          <p:cNvPr id="76" name="Google Shape;76;p13"/>
          <p:cNvPicPr preferRelativeResize="0"/>
          <p:nvPr/>
        </p:nvPicPr>
        <p:blipFill>
          <a:blip r:embed="rId9">
            <a:alphaModFix/>
          </a:blip>
          <a:stretch>
            <a:fillRect/>
          </a:stretch>
        </p:blipFill>
        <p:spPr>
          <a:xfrm>
            <a:off x="15131800" y="10464363"/>
            <a:ext cx="17468277" cy="4637260"/>
          </a:xfrm>
          <a:prstGeom prst="rect">
            <a:avLst/>
          </a:prstGeom>
          <a:noFill/>
          <a:ln cap="flat" cmpd="sng" w="76200">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